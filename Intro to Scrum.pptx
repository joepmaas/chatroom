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6"/>
  </p:notesMasterIdLst>
  <p:handoutMasterIdLst>
    <p:handoutMasterId r:id="rId47"/>
  </p:handoutMasterIdLst>
  <p:sldIdLst>
    <p:sldId id="338" r:id="rId5"/>
    <p:sldId id="403" r:id="rId6"/>
    <p:sldId id="361" r:id="rId7"/>
    <p:sldId id="337" r:id="rId8"/>
    <p:sldId id="374" r:id="rId9"/>
    <p:sldId id="379" r:id="rId10"/>
    <p:sldId id="399" r:id="rId11"/>
    <p:sldId id="381" r:id="rId12"/>
    <p:sldId id="383" r:id="rId13"/>
    <p:sldId id="395" r:id="rId14"/>
    <p:sldId id="385" r:id="rId15"/>
    <p:sldId id="386" r:id="rId16"/>
    <p:sldId id="401" r:id="rId17"/>
    <p:sldId id="409" r:id="rId18"/>
    <p:sldId id="404" r:id="rId19"/>
    <p:sldId id="388" r:id="rId20"/>
    <p:sldId id="390" r:id="rId21"/>
    <p:sldId id="387" r:id="rId22"/>
    <p:sldId id="389" r:id="rId23"/>
    <p:sldId id="382" r:id="rId24"/>
    <p:sldId id="375" r:id="rId25"/>
    <p:sldId id="384" r:id="rId26"/>
    <p:sldId id="394" r:id="rId27"/>
    <p:sldId id="380" r:id="rId28"/>
    <p:sldId id="400" r:id="rId29"/>
    <p:sldId id="408" r:id="rId30"/>
    <p:sldId id="405" r:id="rId31"/>
    <p:sldId id="391" r:id="rId32"/>
    <p:sldId id="376" r:id="rId33"/>
    <p:sldId id="396" r:id="rId34"/>
    <p:sldId id="410" r:id="rId35"/>
    <p:sldId id="406" r:id="rId36"/>
    <p:sldId id="392" r:id="rId37"/>
    <p:sldId id="377" r:id="rId38"/>
    <p:sldId id="397" r:id="rId39"/>
    <p:sldId id="393" r:id="rId40"/>
    <p:sldId id="378" r:id="rId41"/>
    <p:sldId id="398" r:id="rId42"/>
    <p:sldId id="373" r:id="rId43"/>
    <p:sldId id="407" r:id="rId44"/>
    <p:sldId id="282" r:id="rId4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176D3"/>
    <a:srgbClr val="FF6600"/>
    <a:srgbClr val="F1F1F1"/>
    <a:srgbClr val="AE6F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05" autoAdjust="0"/>
    <p:restoredTop sz="92026" autoAdjust="0"/>
  </p:normalViewPr>
  <p:slideViewPr>
    <p:cSldViewPr snapToGrid="0">
      <p:cViewPr varScale="1">
        <p:scale>
          <a:sx n="88" d="100"/>
          <a:sy n="88" d="100"/>
        </p:scale>
        <p:origin x="12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101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nis van Riet" userId="17bd3cf3-f19f-4f30-8eb3-4ba977bae055" providerId="ADAL" clId="{C4210DE5-6963-4B65-BC8A-5E85EA908CF3}"/>
    <pc:docChg chg="modSld">
      <pc:chgData name="Dennis van Riet" userId="17bd3cf3-f19f-4f30-8eb3-4ba977bae055" providerId="ADAL" clId="{C4210DE5-6963-4B65-BC8A-5E85EA908CF3}" dt="2026-03-17T11:39:15.903" v="458" actId="20577"/>
      <pc:docMkLst>
        <pc:docMk/>
      </pc:docMkLst>
      <pc:sldChg chg="modNotesTx">
        <pc:chgData name="Dennis van Riet" userId="17bd3cf3-f19f-4f30-8eb3-4ba977bae055" providerId="ADAL" clId="{C4210DE5-6963-4B65-BC8A-5E85EA908CF3}" dt="2026-03-17T11:36:11.805" v="268" actId="20577"/>
        <pc:sldMkLst>
          <pc:docMk/>
          <pc:sldMk cId="2966659931" sldId="374"/>
        </pc:sldMkLst>
      </pc:sldChg>
      <pc:sldChg chg="modNotesTx">
        <pc:chgData name="Dennis van Riet" userId="17bd3cf3-f19f-4f30-8eb3-4ba977bae055" providerId="ADAL" clId="{C4210DE5-6963-4B65-BC8A-5E85EA908CF3}" dt="2026-03-17T11:34:19.323" v="73" actId="20577"/>
        <pc:sldMkLst>
          <pc:docMk/>
          <pc:sldMk cId="3532749320" sldId="383"/>
        </pc:sldMkLst>
      </pc:sldChg>
      <pc:sldChg chg="modNotesTx">
        <pc:chgData name="Dennis van Riet" userId="17bd3cf3-f19f-4f30-8eb3-4ba977bae055" providerId="ADAL" clId="{C4210DE5-6963-4B65-BC8A-5E85EA908CF3}" dt="2026-03-17T11:35:41.041" v="195" actId="20577"/>
        <pc:sldMkLst>
          <pc:docMk/>
          <pc:sldMk cId="2620162156" sldId="388"/>
        </pc:sldMkLst>
      </pc:sldChg>
      <pc:sldChg chg="modNotesTx">
        <pc:chgData name="Dennis van Riet" userId="17bd3cf3-f19f-4f30-8eb3-4ba977bae055" providerId="ADAL" clId="{C4210DE5-6963-4B65-BC8A-5E85EA908CF3}" dt="2026-03-17T11:38:07.125" v="330" actId="20577"/>
        <pc:sldMkLst>
          <pc:docMk/>
          <pc:sldMk cId="3753540025" sldId="397"/>
        </pc:sldMkLst>
      </pc:sldChg>
      <pc:sldChg chg="modNotesTx">
        <pc:chgData name="Dennis van Riet" userId="17bd3cf3-f19f-4f30-8eb3-4ba977bae055" providerId="ADAL" clId="{C4210DE5-6963-4B65-BC8A-5E85EA908CF3}" dt="2026-03-17T11:39:15.903" v="458" actId="20577"/>
        <pc:sldMkLst>
          <pc:docMk/>
          <pc:sldMk cId="4077648567" sldId="398"/>
        </pc:sldMkLst>
      </pc:sldChg>
    </pc:docChg>
  </pc:docChgLst>
  <pc:docChgLst>
    <pc:chgData name="Lars Hak" userId="05110601-4958-4744-a686-9325f4ec8528" providerId="ADAL" clId="{3A1ABD8A-5301-49E3-B7EE-47C989D65268}"/>
    <pc:docChg chg="addSld modSld">
      <pc:chgData name="Lars Hak" userId="05110601-4958-4744-a686-9325f4ec8528" providerId="ADAL" clId="{3A1ABD8A-5301-49E3-B7EE-47C989D65268}" dt="2026-03-24T15:30:05.716" v="271" actId="20577"/>
      <pc:docMkLst>
        <pc:docMk/>
      </pc:docMkLst>
      <pc:sldChg chg="modSp mod">
        <pc:chgData name="Lars Hak" userId="05110601-4958-4744-a686-9325f4ec8528" providerId="ADAL" clId="{3A1ABD8A-5301-49E3-B7EE-47C989D65268}" dt="2026-03-24T15:29:57.164" v="260" actId="20577"/>
        <pc:sldMkLst>
          <pc:docMk/>
          <pc:sldMk cId="2966489957" sldId="338"/>
        </pc:sldMkLst>
        <pc:spChg chg="mod">
          <ac:chgData name="Lars Hak" userId="05110601-4958-4744-a686-9325f4ec8528" providerId="ADAL" clId="{3A1ABD8A-5301-49E3-B7EE-47C989D65268}" dt="2026-03-24T15:29:57.164" v="260" actId="20577"/>
          <ac:spMkLst>
            <pc:docMk/>
            <pc:sldMk cId="2966489957" sldId="338"/>
            <ac:spMk id="3" creationId="{2B9824D4-277E-051C-7307-20240A48C97D}"/>
          </ac:spMkLst>
        </pc:spChg>
      </pc:sldChg>
      <pc:sldChg chg="modSp mod">
        <pc:chgData name="Lars Hak" userId="05110601-4958-4744-a686-9325f4ec8528" providerId="ADAL" clId="{3A1ABD8A-5301-49E3-B7EE-47C989D65268}" dt="2026-03-24T15:30:05.716" v="271" actId="20577"/>
        <pc:sldMkLst>
          <pc:docMk/>
          <pc:sldMk cId="3586478999" sldId="361"/>
        </pc:sldMkLst>
        <pc:spChg chg="mod">
          <ac:chgData name="Lars Hak" userId="05110601-4958-4744-a686-9325f4ec8528" providerId="ADAL" clId="{3A1ABD8A-5301-49E3-B7EE-47C989D65268}" dt="2026-03-24T15:30:05.716" v="271" actId="20577"/>
          <ac:spMkLst>
            <pc:docMk/>
            <pc:sldMk cId="3586478999" sldId="361"/>
            <ac:spMk id="4" creationId="{2B315577-E54B-3F42-4664-937D8F96651F}"/>
          </ac:spMkLst>
        </pc:spChg>
      </pc:sldChg>
      <pc:sldChg chg="modSp mod">
        <pc:chgData name="Lars Hak" userId="05110601-4958-4744-a686-9325f4ec8528" providerId="ADAL" clId="{3A1ABD8A-5301-49E3-B7EE-47C989D65268}" dt="2026-03-17T22:09:49.462" v="18" actId="1076"/>
        <pc:sldMkLst>
          <pc:docMk/>
          <pc:sldMk cId="1615497972" sldId="385"/>
        </pc:sldMkLst>
        <pc:spChg chg="mod">
          <ac:chgData name="Lars Hak" userId="05110601-4958-4744-a686-9325f4ec8528" providerId="ADAL" clId="{3A1ABD8A-5301-49E3-B7EE-47C989D65268}" dt="2026-03-17T22:09:40.256" v="10" actId="255"/>
          <ac:spMkLst>
            <pc:docMk/>
            <pc:sldMk cId="1615497972" sldId="385"/>
            <ac:spMk id="3" creationId="{1437DFD8-66FA-90A2-2E3D-1BD891E21C22}"/>
          </ac:spMkLst>
        </pc:spChg>
        <pc:spChg chg="mod">
          <ac:chgData name="Lars Hak" userId="05110601-4958-4744-a686-9325f4ec8528" providerId="ADAL" clId="{3A1ABD8A-5301-49E3-B7EE-47C989D65268}" dt="2026-03-17T22:09:49.462" v="18" actId="1076"/>
          <ac:spMkLst>
            <pc:docMk/>
            <pc:sldMk cId="1615497972" sldId="385"/>
            <ac:spMk id="4" creationId="{819B4AB8-1A83-FB10-5F56-B7609A481D83}"/>
          </ac:spMkLst>
        </pc:spChg>
      </pc:sldChg>
      <pc:sldChg chg="modSp add mod modAnim">
        <pc:chgData name="Lars Hak" userId="05110601-4958-4744-a686-9325f4ec8528" providerId="ADAL" clId="{3A1ABD8A-5301-49E3-B7EE-47C989D65268}" dt="2026-03-23T11:16:15.015" v="255" actId="20577"/>
        <pc:sldMkLst>
          <pc:docMk/>
          <pc:sldMk cId="1595893123" sldId="399"/>
        </pc:sldMkLst>
        <pc:spChg chg="mod">
          <ac:chgData name="Lars Hak" userId="05110601-4958-4744-a686-9325f4ec8528" providerId="ADAL" clId="{3A1ABD8A-5301-49E3-B7EE-47C989D65268}" dt="2026-03-23T11:15:24.460" v="177" actId="20577"/>
          <ac:spMkLst>
            <pc:docMk/>
            <pc:sldMk cId="1595893123" sldId="399"/>
            <ac:spMk id="4" creationId="{74C9C7C1-7B75-FA62-4FCD-0D1CCF80A448}"/>
          </ac:spMkLst>
        </pc:spChg>
        <pc:spChg chg="mod">
          <ac:chgData name="Lars Hak" userId="05110601-4958-4744-a686-9325f4ec8528" providerId="ADAL" clId="{3A1ABD8A-5301-49E3-B7EE-47C989D65268}" dt="2026-03-23T11:16:15.015" v="255" actId="20577"/>
          <ac:spMkLst>
            <pc:docMk/>
            <pc:sldMk cId="1595893123" sldId="399"/>
            <ac:spMk id="5" creationId="{A64A7AF7-A517-D0E6-700E-8396CF7E3DD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15B5C96E-9639-9331-87B5-76FBC3077D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C209300-1F9A-8C94-130A-1E1CBA4357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8C367-0751-4F34-8B15-ABDCB51AD5E3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EC00E7B-E6C8-20C7-08AE-EA14B287AB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68F39E2-1EC6-F8BF-3F18-2337F8ED1E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B3F22-3892-4CA9-A6CA-34C3F3013ED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007953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ECBB7-C7D3-6A42-95AE-9871A8CC767F}" type="datetimeFigureOut">
              <a:rPr lang="en-NL" smtClean="0"/>
              <a:t>04/20/2026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BEA60-77C5-9141-AA12-0D95B12066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5476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0F55-314C-1741-D4D4-AB11D249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AA9EF-3179-C414-D666-4D4D94DE0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7F24F-749C-BFAD-DFE7-086EB968C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F4248-FD4E-3939-90B3-6B4C3D999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5606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405D-B0DC-E2B6-1E63-28158474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E7717-A0F5-72A4-1342-262ECDB30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8C8BA-7311-E05E-59AF-5FF7BA30A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AADA4-FFAE-DBE3-F2F9-793505391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5254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F97D-CF85-7BA3-2D3E-12174FBA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12A1E-0E07-8B26-2E7B-222EE20EA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574ED-607B-2BF1-D0D5-C4601E876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Ik mis reviews </a:t>
            </a:r>
            <a:r>
              <a:rPr lang="en-GB" dirty="0" err="1"/>
              <a:t>en</a:t>
            </a:r>
            <a:r>
              <a:rPr lang="en-GB" dirty="0"/>
              <a:t> retrospectives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iedere</a:t>
            </a:r>
            <a:r>
              <a:rPr lang="en-GB" dirty="0"/>
              <a:t> sprint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0E1A0-9B6C-FBF3-BDED-678FF5C10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05731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4E12-1A48-5F04-55FA-5BFA49F7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B3360-B3B0-54A3-7F97-B89FCAE63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8B88C-B264-BDF8-2D7B-9ABD9B3A7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881D8-A45F-6FE5-8343-B3220E176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5449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12A9-8F92-7577-A8FF-857B8904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6924D-5169-0D31-300E-3C06430EA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1552E-4405-D648-6FC6-E341C153B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AFA61-3734-F354-5448-3E520AE3A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3462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User stories </a:t>
            </a:r>
            <a:r>
              <a:rPr lang="en-GB" dirty="0" err="1"/>
              <a:t>zou</a:t>
            </a:r>
            <a:r>
              <a:rPr lang="en-GB" dirty="0"/>
              <a:t> </a:t>
            </a:r>
            <a:r>
              <a:rPr lang="en-GB" dirty="0" err="1"/>
              <a:t>ik</a:t>
            </a:r>
            <a:r>
              <a:rPr lang="en-GB" dirty="0"/>
              <a:t> 'backlog' </a:t>
            </a:r>
            <a:r>
              <a:rPr lang="en-GB" dirty="0" err="1"/>
              <a:t>noemen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todo</a:t>
            </a:r>
            <a:r>
              <a:rPr lang="en-GB" dirty="0"/>
              <a:t> 'sprint backlog (=</a:t>
            </a:r>
            <a:r>
              <a:rPr lang="en-GB" dirty="0" err="1"/>
              <a:t>todo</a:t>
            </a:r>
            <a:r>
              <a:rPr lang="en-GB" dirty="0"/>
              <a:t>)</a:t>
            </a:r>
          </a:p>
          <a:p>
            <a:r>
              <a:rPr lang="en-GB" dirty="0"/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99354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Een sprint planning is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hele sprint </a:t>
            </a:r>
            <a:r>
              <a:rPr lang="en-GB" dirty="0" err="1"/>
              <a:t>waarin</a:t>
            </a:r>
            <a:r>
              <a:rPr lang="en-GB" dirty="0"/>
              <a:t> (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gedeelte</a:t>
            </a:r>
            <a:r>
              <a:rPr lang="en-GB" dirty="0"/>
              <a:t> van) de backlog items (user stories) </a:t>
            </a:r>
            <a:r>
              <a:rPr lang="en-GB" dirty="0" err="1"/>
              <a:t>wordt</a:t>
            </a:r>
            <a:r>
              <a:rPr lang="en-GB" dirty="0"/>
              <a:t> </a:t>
            </a:r>
            <a:r>
              <a:rPr lang="en-GB" dirty="0" err="1"/>
              <a:t>gerefined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22860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41B6-7CC6-9758-5EAC-9D47A384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7EBE4-0D79-5561-29C0-AB432245D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A9E67-1C33-0191-D65F-171FCC52F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3A507-636B-2605-E2E3-E418CAFDE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7930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3894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1C60-65F8-9810-B946-5D7D43B2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CF017-E1BC-FB2D-6076-FFBCEF985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EA57D-65B5-CA54-AC81-80FFB94F0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F7787-84B9-E769-BF50-D02600E19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2513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7407-5FDA-0518-D029-E6F52E4F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AF4D7-BDCA-23DF-9099-281FA73DC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7D2A2-D7D5-B154-3119-6987CC702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ACBA6-9D59-1377-1F1C-D6F873577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2639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BCA9-EB9C-5815-061E-E2E779F8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7B403-1798-6A55-2B89-E09AB3EED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07C51-9717-B855-EBF3-5221B3E68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EE519-014B-E827-787F-E0C624DBB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3447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09759-5121-BEA8-0C5D-29C445B9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99569-4048-061B-FEEB-19FE352F5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054E2-0CAF-91A9-D0FE-51AD94F1D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79742-CED7-B086-453F-65F4DCA5F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7913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11C11-D43D-42FF-AFC1-3C410EAB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0D1FA-2FD4-031E-DA5F-2FBA6B50E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70FB1-7511-C6A2-DF91-94DB84AC1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DC3CF-AC84-1100-AA2F-F8975A149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9513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Iets</a:t>
            </a:r>
            <a:r>
              <a:rPr lang="en-GB" dirty="0"/>
              <a:t> over het </a:t>
            </a:r>
            <a:r>
              <a:rPr lang="en-GB" dirty="0" err="1"/>
              <a:t>opschrijven</a:t>
            </a:r>
            <a:r>
              <a:rPr lang="en-GB" dirty="0"/>
              <a:t> van de feedback door de student?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2211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30E8-3C45-3CC9-337D-D06D20A8E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86269-FB4E-0930-18A5-F5C0470E3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DF3A7-CA7C-0327-48C5-19E7A3A53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91090-2ED6-B2C1-67D7-00F36FA92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37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5638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Is </a:t>
            </a:r>
            <a:r>
              <a:rPr lang="en-GB" dirty="0" err="1"/>
              <a:t>altijd</a:t>
            </a:r>
            <a:r>
              <a:rPr lang="en-GB" dirty="0"/>
              <a:t> met de </a:t>
            </a:r>
            <a:r>
              <a:rPr lang="en-GB" dirty="0" err="1"/>
              <a:t>klant</a:t>
            </a:r>
            <a:r>
              <a:rPr lang="en-GB" dirty="0"/>
              <a:t> (de stakeholders). Scrum master-student is </a:t>
            </a:r>
            <a:r>
              <a:rPr lang="en-GB" dirty="0" err="1"/>
              <a:t>verantwoordelijk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het </a:t>
            </a:r>
            <a:r>
              <a:rPr lang="en-GB" dirty="0" err="1"/>
              <a:t>verloop</a:t>
            </a:r>
            <a:r>
              <a:rPr lang="en-GB"/>
              <a:t>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38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5004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2E48-B21B-D0D8-DA75-1448C2EC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5E291-5682-09C2-65CD-416A0DD68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E524E-C60F-FF8C-F4DE-6A21DD1DF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344C8-3E3E-43D4-60B3-35E71CE4C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BEA60-77C5-9141-AA12-0D95B120667E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771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D30D5033-9106-2806-F4B4-90E0DBE25941}"/>
              </a:ext>
            </a:extLst>
          </p:cNvPr>
          <p:cNvSpPr/>
          <p:nvPr userDrawn="1"/>
        </p:nvSpPr>
        <p:spPr>
          <a:xfrm>
            <a:off x="4065006" y="-1389"/>
            <a:ext cx="8126994" cy="3426863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FE228375-E1BB-081F-C3C3-6F32CCF0A369}"/>
              </a:ext>
            </a:extLst>
          </p:cNvPr>
          <p:cNvSpPr/>
          <p:nvPr userDrawn="1"/>
        </p:nvSpPr>
        <p:spPr>
          <a:xfrm>
            <a:off x="6097200" y="1711874"/>
            <a:ext cx="6094800" cy="1713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E0EF2DF5-0EC0-9F29-D6B4-E1B4347FBFA7}"/>
              </a:ext>
            </a:extLst>
          </p:cNvPr>
          <p:cNvSpPr/>
          <p:nvPr userDrawn="1"/>
        </p:nvSpPr>
        <p:spPr>
          <a:xfrm>
            <a:off x="3051018" y="3425474"/>
            <a:ext cx="9140982" cy="343252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FFDEDE32-ED44-2B06-E9F9-37CA9A83A093}"/>
              </a:ext>
            </a:extLst>
          </p:cNvPr>
          <p:cNvSpPr/>
          <p:nvPr userDrawn="1"/>
        </p:nvSpPr>
        <p:spPr>
          <a:xfrm>
            <a:off x="0" y="5139974"/>
            <a:ext cx="3051018" cy="1718026"/>
          </a:xfrm>
          <a:prstGeom prst="rect">
            <a:avLst/>
          </a:prstGeom>
          <a:solidFill>
            <a:srgbClr val="A176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5DD4DCC5-93D8-EE63-53BE-6A16BA66DD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9694" y="2202029"/>
            <a:ext cx="3732587" cy="7848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130A08-3EFF-BEC7-FAAB-D04494A8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5006" y="3876887"/>
            <a:ext cx="7664067" cy="1981413"/>
          </a:xfrm>
        </p:spPr>
        <p:txBody>
          <a:bodyPr anchor="t" anchorCtr="0"/>
          <a:lstStyle>
            <a:lvl1pPr algn="l">
              <a:defRPr sz="6000" b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156D8-FE8A-E207-5EBE-1CBC20FB4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5006" y="5858300"/>
            <a:ext cx="7664067" cy="429825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3499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855FFA9F-AA3D-24B8-0C5B-35C4825CCB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91201"/>
            <a:ext cx="12192000" cy="3475598"/>
          </a:xfrm>
          <a:custGeom>
            <a:avLst/>
            <a:gdLst>
              <a:gd name="connsiteX0" fmla="*/ 0 w 12228557"/>
              <a:gd name="connsiteY0" fmla="*/ 0 h 3475598"/>
              <a:gd name="connsiteX1" fmla="*/ 12228557 w 12228557"/>
              <a:gd name="connsiteY1" fmla="*/ 0 h 3475598"/>
              <a:gd name="connsiteX2" fmla="*/ 12228557 w 12228557"/>
              <a:gd name="connsiteY2" fmla="*/ 1737799 h 3475598"/>
              <a:gd name="connsiteX3" fmla="*/ 4094630 w 12228557"/>
              <a:gd name="connsiteY3" fmla="*/ 1737799 h 3475598"/>
              <a:gd name="connsiteX4" fmla="*/ 4094630 w 12228557"/>
              <a:gd name="connsiteY4" fmla="*/ 3475598 h 3475598"/>
              <a:gd name="connsiteX5" fmla="*/ 0 w 12228557"/>
              <a:gd name="connsiteY5" fmla="*/ 3475598 h 347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28557" h="3475598">
                <a:moveTo>
                  <a:pt x="0" y="0"/>
                </a:moveTo>
                <a:lnTo>
                  <a:pt x="12228557" y="0"/>
                </a:lnTo>
                <a:lnTo>
                  <a:pt x="12228557" y="1737799"/>
                </a:lnTo>
                <a:lnTo>
                  <a:pt x="4094630" y="1737799"/>
                </a:lnTo>
                <a:lnTo>
                  <a:pt x="4094630" y="3475598"/>
                </a:lnTo>
                <a:lnTo>
                  <a:pt x="0" y="347559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180000" tIns="180000" rIns="180000" bIns="45720" rtlCol="0">
            <a:noAutofit/>
          </a:bodyPr>
          <a:lstStyle>
            <a:lvl1pPr>
              <a:defRPr lang="nl-NL" sz="1400" b="0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130A08-3EFF-BEC7-FAAB-D04494A8F0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63844" y="4259647"/>
            <a:ext cx="4272170" cy="2003625"/>
          </a:xfrm>
        </p:spPr>
        <p:txBody>
          <a:bodyPr anchor="t" anchorCtr="0"/>
          <a:lstStyle>
            <a:lvl1pPr algn="l">
              <a:defRPr sz="5600" b="0"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Section</a:t>
            </a:r>
            <a:br>
              <a:rPr lang="nl-NL" dirty="0"/>
            </a:br>
            <a:r>
              <a:rPr lang="nl-NL" dirty="0"/>
              <a:t>break</a:t>
            </a:r>
            <a:br>
              <a:rPr lang="nl-NL" dirty="0"/>
            </a:b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156D8-FE8A-E207-5EBE-1CBC20FB44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66765" y="4138161"/>
            <a:ext cx="2115348" cy="2003625"/>
          </a:xfrm>
        </p:spPr>
        <p:txBody>
          <a:bodyPr wrap="none">
            <a:spAutoFit/>
          </a:bodyPr>
          <a:lstStyle>
            <a:lvl1pPr marL="0" indent="0" algn="r">
              <a:buNone/>
              <a:defRPr sz="13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##</a:t>
            </a:r>
            <a:endParaRPr lang="en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250535B1-5B5D-297F-8BE4-77420DA3378E}"/>
              </a:ext>
            </a:extLst>
          </p:cNvPr>
          <p:cNvSpPr/>
          <p:nvPr userDrawn="1"/>
        </p:nvSpPr>
        <p:spPr>
          <a:xfrm>
            <a:off x="-1" y="5166799"/>
            <a:ext cx="4085035" cy="1691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710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4FD4D-EBC7-47EB-33E7-FA7CCECD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8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4FD4D-EBC7-47EB-33E7-FA7CCECD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71448FA6-4F2E-D494-F1F0-EF55622551D5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6FE6ACE-BBCC-6C06-C7E5-6DEE10761432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3612C99F-B451-771D-D67F-16929A6EEE21}"/>
              </a:ext>
            </a:extLst>
          </p:cNvPr>
          <p:cNvSpPr/>
          <p:nvPr userDrawn="1"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C1034E56-D97F-61C7-8C27-FB37C9CD15D8}"/>
              </a:ext>
            </a:extLst>
          </p:cNvPr>
          <p:cNvSpPr/>
          <p:nvPr userDrawn="1"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353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4FD4D-EBC7-47EB-33E7-FA7CCECD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FF732B92-2568-3F6B-2B13-A8F2D58963B9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AB66FCF8-BDE5-6366-9D00-E329305287E6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E2191B18-6212-8C91-1286-2DD825D3AAEE}"/>
              </a:ext>
            </a:extLst>
          </p:cNvPr>
          <p:cNvSpPr/>
          <p:nvPr userDrawn="1"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44062F07-DEA4-0196-3283-85F77659C27D}"/>
              </a:ext>
            </a:extLst>
          </p:cNvPr>
          <p:cNvSpPr/>
          <p:nvPr userDrawn="1"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52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>
            <a:extLst>
              <a:ext uri="{FF2B5EF4-FFF2-40B4-BE49-F238E27FC236}">
                <a16:creationId xmlns:a16="http://schemas.microsoft.com/office/drawing/2014/main" id="{062C6281-27EE-5FC4-3923-EF7B0B7351ED}"/>
              </a:ext>
            </a:extLst>
          </p:cNvPr>
          <p:cNvSpPr/>
          <p:nvPr userDrawn="1"/>
        </p:nvSpPr>
        <p:spPr>
          <a:xfrm>
            <a:off x="0" y="1730676"/>
            <a:ext cx="3049391" cy="1703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B927E407-7434-AD3D-81AD-F6F19390DA41}"/>
              </a:ext>
            </a:extLst>
          </p:cNvPr>
          <p:cNvSpPr/>
          <p:nvPr userDrawn="1"/>
        </p:nvSpPr>
        <p:spPr>
          <a:xfrm>
            <a:off x="5072384" y="0"/>
            <a:ext cx="2034000" cy="34336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282729CF-2E25-9FEB-67F1-6F0E837760FD}"/>
              </a:ext>
            </a:extLst>
          </p:cNvPr>
          <p:cNvSpPr/>
          <p:nvPr userDrawn="1"/>
        </p:nvSpPr>
        <p:spPr>
          <a:xfrm>
            <a:off x="9167769" y="-5394"/>
            <a:ext cx="3024229" cy="3443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CFFDFA4D-067C-5745-846E-578BEE71E8A3}"/>
              </a:ext>
            </a:extLst>
          </p:cNvPr>
          <p:cNvSpPr/>
          <p:nvPr userDrawn="1"/>
        </p:nvSpPr>
        <p:spPr>
          <a:xfrm>
            <a:off x="7112751" y="3437932"/>
            <a:ext cx="2034000" cy="34200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C14869B9-6875-9952-7395-C77E01C12D67}"/>
              </a:ext>
            </a:extLst>
          </p:cNvPr>
          <p:cNvSpPr/>
          <p:nvPr userDrawn="1"/>
        </p:nvSpPr>
        <p:spPr>
          <a:xfrm>
            <a:off x="3045249" y="3433548"/>
            <a:ext cx="2034000" cy="343369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7194E0B-5225-CEA0-1BD1-57AA6A7C9F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765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19E3A12B-2128-1B95-8A76-195E9B638A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51949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4B0E173E-376E-D7B7-00AD-182F5E35D4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100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933500AF-0456-6816-7B12-B5104F9BF9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1247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7E1969C8-B6D3-86F6-C60E-7BAE22C956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8100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342DA7E-A159-34D7-BD96-EB5E5F18D5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6765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5793D98E-CBA8-F59C-799E-5B79DF852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1949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9CF01E5B-A24A-1359-F54D-A7C34F5394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0100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93DD4AE4-FFE3-EB93-37E7-A5F6F435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21247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7B7AC8FC-45E2-F490-258A-31E59D1FD6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78100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515358"/>
            <a:ext cx="3827965" cy="888524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561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>
            <a:extLst>
              <a:ext uri="{FF2B5EF4-FFF2-40B4-BE49-F238E27FC236}">
                <a16:creationId xmlns:a16="http://schemas.microsoft.com/office/drawing/2014/main" id="{062C6281-27EE-5FC4-3923-EF7B0B7351ED}"/>
              </a:ext>
            </a:extLst>
          </p:cNvPr>
          <p:cNvSpPr/>
          <p:nvPr userDrawn="1"/>
        </p:nvSpPr>
        <p:spPr>
          <a:xfrm>
            <a:off x="0" y="1730676"/>
            <a:ext cx="3049391" cy="1703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B927E407-7434-AD3D-81AD-F6F19390DA41}"/>
              </a:ext>
            </a:extLst>
          </p:cNvPr>
          <p:cNvSpPr/>
          <p:nvPr userDrawn="1"/>
        </p:nvSpPr>
        <p:spPr>
          <a:xfrm>
            <a:off x="5072384" y="0"/>
            <a:ext cx="2034000" cy="34336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282729CF-2E25-9FEB-67F1-6F0E837760FD}"/>
              </a:ext>
            </a:extLst>
          </p:cNvPr>
          <p:cNvSpPr/>
          <p:nvPr userDrawn="1"/>
        </p:nvSpPr>
        <p:spPr>
          <a:xfrm>
            <a:off x="9167769" y="-5394"/>
            <a:ext cx="3024229" cy="3443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CFFDFA4D-067C-5745-846E-578BEE71E8A3}"/>
              </a:ext>
            </a:extLst>
          </p:cNvPr>
          <p:cNvSpPr/>
          <p:nvPr userDrawn="1"/>
        </p:nvSpPr>
        <p:spPr>
          <a:xfrm>
            <a:off x="7112751" y="3437932"/>
            <a:ext cx="2034000" cy="34200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C14869B9-6875-9952-7395-C77E01C12D67}"/>
              </a:ext>
            </a:extLst>
          </p:cNvPr>
          <p:cNvSpPr/>
          <p:nvPr userDrawn="1"/>
        </p:nvSpPr>
        <p:spPr>
          <a:xfrm>
            <a:off x="3045249" y="3433548"/>
            <a:ext cx="2034000" cy="343369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7194E0B-5225-CEA0-1BD1-57AA6A7C9F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765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Lorem ipsum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19E3A12B-2128-1B95-8A76-195E9B638A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51949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4B0E173E-376E-D7B7-00AD-182F5E35D4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100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933500AF-0456-6816-7B12-B5104F9BF9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1247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7E1969C8-B6D3-86F6-C60E-7BAE22C956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8100" y="2459258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342DA7E-A159-34D7-BD96-EB5E5F18D5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6765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5793D98E-CBA8-F59C-799E-5B79DF852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1949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9CF01E5B-A24A-1359-F54D-A7C34F5394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0100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93DD4AE4-FFE3-EB93-37E7-A5F6F435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21247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7B7AC8FC-45E2-F490-258A-31E59D1FD6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78100" y="448740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515358"/>
            <a:ext cx="3827965" cy="888524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501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AC2DE9E-1807-EFD2-F9EF-905C1A142CCA}"/>
              </a:ext>
            </a:extLst>
          </p:cNvPr>
          <p:cNvSpPr/>
          <p:nvPr userDrawn="1"/>
        </p:nvSpPr>
        <p:spPr>
          <a:xfrm>
            <a:off x="-1" y="0"/>
            <a:ext cx="5066017" cy="3433697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0789BA13-AD46-7F80-2F4A-E711A60307D6}"/>
              </a:ext>
            </a:extLst>
          </p:cNvPr>
          <p:cNvSpPr/>
          <p:nvPr userDrawn="1"/>
        </p:nvSpPr>
        <p:spPr>
          <a:xfrm>
            <a:off x="9151757" y="-5393"/>
            <a:ext cx="3040241" cy="3433698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AB40E458-1462-3A6D-D441-A4BC65654CF7}"/>
              </a:ext>
            </a:extLst>
          </p:cNvPr>
          <p:cNvSpPr/>
          <p:nvPr userDrawn="1"/>
        </p:nvSpPr>
        <p:spPr>
          <a:xfrm>
            <a:off x="5066016" y="3437932"/>
            <a:ext cx="4080735" cy="3420067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7194E0B-5225-CEA0-1BD1-57AA6A7C9F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4225" y="1201117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19E3A12B-2128-1B95-8A76-195E9B638A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52860" y="1201117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342DA7E-A159-34D7-BD96-EB5E5F18D5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918" y="3871829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5793D98E-CBA8-F59C-799E-5B79DF852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4225" y="3871829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515358"/>
            <a:ext cx="3827965" cy="888524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417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608EBAF8-3AC9-E525-5BD8-918D45401D24}"/>
              </a:ext>
            </a:extLst>
          </p:cNvPr>
          <p:cNvSpPr/>
          <p:nvPr userDrawn="1"/>
        </p:nvSpPr>
        <p:spPr>
          <a:xfrm>
            <a:off x="-1" y="0"/>
            <a:ext cx="6096001" cy="342830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9BDF64A9-2F3C-BAFD-7F5B-7E4E6AEC492A}"/>
              </a:ext>
            </a:extLst>
          </p:cNvPr>
          <p:cNvSpPr/>
          <p:nvPr userDrawn="1"/>
        </p:nvSpPr>
        <p:spPr>
          <a:xfrm>
            <a:off x="6091033" y="3424302"/>
            <a:ext cx="6100967" cy="2711402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7194E0B-5225-CEA0-1BD1-57AA6A7C9F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919" y="386372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Lorem ipsum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19E3A12B-2128-1B95-8A76-195E9B638A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737" y="1198223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5793D98E-CBA8-F59C-799E-5B79DF852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85737" y="3863726"/>
            <a:ext cx="2019600" cy="59063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endParaRPr lang="nl-NL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515358"/>
            <a:ext cx="3827965" cy="888524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975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684" y="1181641"/>
            <a:ext cx="4800631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4FD4D-EBC7-47EB-33E7-FA7CCECD4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4684" y="2233945"/>
            <a:ext cx="4831504" cy="347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9BFD2F8A-0479-849C-69CF-A6C76D1E11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2350" cy="6145213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8808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9BFD2F8A-0479-849C-69CF-A6C76D1E11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2350" cy="6145213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8682DA6E-A982-2EDF-78BD-2A5827514EF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804684" y="2233945"/>
            <a:ext cx="4831504" cy="3471257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006880C-962D-9E83-946F-F142ADFAB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684" y="1181641"/>
            <a:ext cx="4800631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21787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9BFD2F8A-0479-849C-69CF-A6C76D1E11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2350" y="0"/>
            <a:ext cx="6089650" cy="6145213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8682DA6E-A982-2EDF-78BD-2A5827514EF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30056" y="2233945"/>
            <a:ext cx="4701379" cy="3471257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C37C443-7262-D9CC-E723-6F6E8BEA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1181641"/>
            <a:ext cx="4701379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E3CACDD3-FBBA-BD44-8C3F-32503D2A9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7174" y="1949610"/>
            <a:ext cx="4384778" cy="2245991"/>
          </a:xfrm>
        </p:spPr>
        <p:txBody>
          <a:bodyPr lIns="36000" tIns="36000" rIns="36000" bIns="36000" anchor="ctr" anchorCtr="0"/>
          <a:lstStyle>
            <a:lvl1pPr marL="0" indent="0" algn="ctr">
              <a:lnSpc>
                <a:spcPct val="100000"/>
              </a:lnSpc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7366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7" y="1181641"/>
            <a:ext cx="5400626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4FD4D-EBC7-47EB-33E7-FA7CCECD4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056" y="2165789"/>
            <a:ext cx="2531920" cy="3606194"/>
          </a:xfrm>
        </p:spPr>
        <p:txBody>
          <a:bodyPr/>
          <a:lstStyle>
            <a:lvl1pPr>
              <a:spcBef>
                <a:spcPts val="3200"/>
              </a:spcBef>
              <a:defRPr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afbeelding 10">
            <a:extLst>
              <a:ext uri="{FF2B5EF4-FFF2-40B4-BE49-F238E27FC236}">
                <a16:creationId xmlns:a16="http://schemas.microsoft.com/office/drawing/2014/main" id="{4D241053-63DC-9EA1-066C-38AC0B5264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8328" y="0"/>
            <a:ext cx="5163671" cy="6145213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B9448867-FDEB-F221-843F-78C1F2EF24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98762" y="2165789"/>
            <a:ext cx="2531920" cy="3606194"/>
          </a:xfrm>
        </p:spPr>
        <p:txBody>
          <a:bodyPr/>
          <a:lstStyle>
            <a:lvl1pPr>
              <a:spcBef>
                <a:spcPts val="3200"/>
              </a:spcBef>
              <a:defRPr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3258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7" y="1181641"/>
            <a:ext cx="5400626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4FD4D-EBC7-47EB-33E7-FA7CCECD4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056" y="2165789"/>
            <a:ext cx="2531920" cy="3606194"/>
          </a:xfrm>
        </p:spPr>
        <p:txBody>
          <a:bodyPr/>
          <a:lstStyle>
            <a:lvl1pPr>
              <a:spcBef>
                <a:spcPts val="3200"/>
              </a:spcBef>
              <a:defRPr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afbeelding 10">
            <a:extLst>
              <a:ext uri="{FF2B5EF4-FFF2-40B4-BE49-F238E27FC236}">
                <a16:creationId xmlns:a16="http://schemas.microsoft.com/office/drawing/2014/main" id="{4D241053-63DC-9EA1-066C-38AC0B5264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8328" y="0"/>
            <a:ext cx="5163671" cy="6145213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B9448867-FDEB-F221-843F-78C1F2EF24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98762" y="2165789"/>
            <a:ext cx="2531920" cy="3606194"/>
          </a:xfrm>
        </p:spPr>
        <p:txBody>
          <a:bodyPr/>
          <a:lstStyle>
            <a:lvl1pPr>
              <a:spcBef>
                <a:spcPts val="3200"/>
              </a:spcBef>
              <a:defRPr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6126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CE878396-9145-0C2C-7A19-FDB2987FF5A3}"/>
              </a:ext>
            </a:extLst>
          </p:cNvPr>
          <p:cNvSpPr/>
          <p:nvPr userDrawn="1"/>
        </p:nvSpPr>
        <p:spPr>
          <a:xfrm>
            <a:off x="0" y="-297"/>
            <a:ext cx="8128591" cy="61451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13394" y="6144808"/>
            <a:ext cx="9145391" cy="7131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9210" y="1181641"/>
            <a:ext cx="2896347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E3ADD09C-D946-4073-3C2A-FF5709DFC1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879209" y="2233945"/>
            <a:ext cx="2896347" cy="3471257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9039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13394" y="6144808"/>
            <a:ext cx="9145391" cy="7131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9210" y="1181641"/>
            <a:ext cx="2896347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3093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9BFD2F8A-0479-849C-69CF-A6C76D1E11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2350" y="0"/>
            <a:ext cx="6089650" cy="6145213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8682DA6E-A982-2EDF-78BD-2A5827514EF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30056" y="2233945"/>
            <a:ext cx="4701379" cy="3471257"/>
          </a:xfrm>
        </p:spPr>
        <p:txBody>
          <a:bodyPr/>
          <a:lstStyle>
            <a:lvl1pPr>
              <a:spcAft>
                <a:spcPts val="1200"/>
              </a:spcAft>
              <a:defRPr sz="24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C37C443-7262-D9CC-E723-6F6E8BEA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1181641"/>
            <a:ext cx="4701379" cy="888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11331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CE366A-D09C-0FF2-C0E9-59061560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88" y="646591"/>
            <a:ext cx="2414893" cy="8885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4FD4D-EBC7-47EB-33E7-FA7CCECD4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88" y="1625753"/>
            <a:ext cx="2414893" cy="4146229"/>
          </a:xfrm>
        </p:spPr>
        <p:txBody>
          <a:bodyPr/>
          <a:lstStyle>
            <a:lvl1pPr>
              <a:spcBef>
                <a:spcPts val="4800"/>
              </a:spcBef>
              <a:defRPr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afbeelding 10">
            <a:extLst>
              <a:ext uri="{FF2B5EF4-FFF2-40B4-BE49-F238E27FC236}">
                <a16:creationId xmlns:a16="http://schemas.microsoft.com/office/drawing/2014/main" id="{4D241053-63DC-9EA1-066C-38AC0B5264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5390" y="1"/>
            <a:ext cx="3046609" cy="6144808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D922380C-5A8D-64AB-C51F-4F99C655368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601516" y="1625753"/>
            <a:ext cx="2308568" cy="4146229"/>
          </a:xfrm>
        </p:spPr>
        <p:txBody>
          <a:bodyPr/>
          <a:lstStyle>
            <a:lvl1pPr>
              <a:spcBef>
                <a:spcPts val="4800"/>
              </a:spcBef>
              <a:defRPr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C5F263E-813C-871D-3E50-87D51E2EA5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68883" y="1"/>
            <a:ext cx="3046609" cy="6144808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6753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afbeelding 10">
            <a:extLst>
              <a:ext uri="{FF2B5EF4-FFF2-40B4-BE49-F238E27FC236}">
                <a16:creationId xmlns:a16="http://schemas.microsoft.com/office/drawing/2014/main" id="{4D241053-63DC-9EA1-066C-38AC0B5264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5390" y="0"/>
            <a:ext cx="3046609" cy="3428999"/>
          </a:xfrm>
          <a:solidFill>
            <a:schemeClr val="bg1">
              <a:lumMod val="7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C5F263E-813C-871D-3E50-87D51E2EA5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28951" y="1"/>
            <a:ext cx="3073399" cy="3428999"/>
          </a:xfrm>
          <a:solidFill>
            <a:schemeClr val="bg1">
              <a:lumMod val="7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jdelijke aanduiding voor afbeelding 10">
            <a:extLst>
              <a:ext uri="{FF2B5EF4-FFF2-40B4-BE49-F238E27FC236}">
                <a16:creationId xmlns:a16="http://schemas.microsoft.com/office/drawing/2014/main" id="{199999A7-627E-C3EE-4916-D654827F38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658" y="1"/>
            <a:ext cx="3046609" cy="3428999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2" name="Tijdelijke aanduiding voor afbeelding 10">
            <a:extLst>
              <a:ext uri="{FF2B5EF4-FFF2-40B4-BE49-F238E27FC236}">
                <a16:creationId xmlns:a16="http://schemas.microsoft.com/office/drawing/2014/main" id="{3B744D50-2370-6AA7-1A4A-20021CA3ED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2350" y="1"/>
            <a:ext cx="3043041" cy="3428999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B630DD23-D2CE-AEF8-D98B-E5C20D6E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94" y="3853404"/>
            <a:ext cx="3050370" cy="599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1DFAC67A-E909-4D57-1D7C-07862E37A75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82394" y="4509590"/>
            <a:ext cx="3046609" cy="1143497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4324709A-C2A3-23AD-EBCA-49FB673C44C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244744" y="3920721"/>
            <a:ext cx="3775306" cy="1771898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46430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afbeelding 10">
            <a:extLst>
              <a:ext uri="{FF2B5EF4-FFF2-40B4-BE49-F238E27FC236}">
                <a16:creationId xmlns:a16="http://schemas.microsoft.com/office/drawing/2014/main" id="{4D241053-63DC-9EA1-066C-38AC0B5264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5390" y="3428999"/>
            <a:ext cx="3046609" cy="2715808"/>
          </a:xfrm>
          <a:solidFill>
            <a:schemeClr val="bg1">
              <a:lumMod val="7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C5F263E-813C-871D-3E50-87D51E2EA5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8959" y="1"/>
            <a:ext cx="3073399" cy="3428999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jdelijke aanduiding voor afbeelding 10">
            <a:extLst>
              <a:ext uri="{FF2B5EF4-FFF2-40B4-BE49-F238E27FC236}">
                <a16:creationId xmlns:a16="http://schemas.microsoft.com/office/drawing/2014/main" id="{199999A7-627E-C3EE-4916-D654827F38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2350" y="1"/>
            <a:ext cx="3046609" cy="3428999"/>
          </a:xfrm>
          <a:solidFill>
            <a:schemeClr val="bg1">
              <a:lumMod val="7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2" name="Tijdelijke aanduiding voor afbeelding 10">
            <a:extLst>
              <a:ext uri="{FF2B5EF4-FFF2-40B4-BE49-F238E27FC236}">
                <a16:creationId xmlns:a16="http://schemas.microsoft.com/office/drawing/2014/main" id="{3B744D50-2370-6AA7-1A4A-20021CA3ED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2350" y="3429000"/>
            <a:ext cx="3043041" cy="2715808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1DFAC67A-E909-4D57-1D7C-07862E37A75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30056" y="1885453"/>
            <a:ext cx="4732569" cy="3924797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FC21244-B761-B47A-1ABF-0D65854A2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1181641"/>
            <a:ext cx="4732569" cy="7038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26635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9BFD2F8A-0479-849C-69CF-A6C76D1E11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145516" cy="6145213"/>
          </a:xfrm>
          <a:solidFill>
            <a:schemeClr val="bg1">
              <a:lumMod val="85000"/>
            </a:schemeClr>
          </a:solidFill>
        </p:spPr>
        <p:txBody>
          <a:bodyPr lIns="180000" tIns="180000" rIns="180000"/>
          <a:lstStyle>
            <a:lvl1pPr>
              <a:defRPr sz="1400" b="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8682DA6E-A982-2EDF-78BD-2A5827514EF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691938" y="2233945"/>
            <a:ext cx="3113375" cy="3471257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006880C-962D-9E83-946F-F142ADFAB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533" y="1181641"/>
            <a:ext cx="3124780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00604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C7044708-A5D7-655D-EA77-364CE2FE1C1A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DAEFA82-1AD2-AB80-464C-5879C806DDDE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A243C4E-5B0B-7DC8-A264-1B47C91E44C6}"/>
              </a:ext>
            </a:extLst>
          </p:cNvPr>
          <p:cNvSpPr/>
          <p:nvPr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EF49EEB4-854B-0DF1-4BBA-DA08C3772C74}"/>
              </a:ext>
            </a:extLst>
          </p:cNvPr>
          <p:cNvSpPr/>
          <p:nvPr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8682DA6E-A982-2EDF-78BD-2A5827514EF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691938" y="2233945"/>
            <a:ext cx="3113375" cy="3471257"/>
          </a:xfrm>
        </p:spPr>
        <p:txBody>
          <a:bodyPr/>
          <a:lstStyle>
            <a:lvl1pPr>
              <a:spcAft>
                <a:spcPts val="1200"/>
              </a:spcAft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006880C-962D-9E83-946F-F142ADFAB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533" y="1181641"/>
            <a:ext cx="3124780" cy="888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B4152BD4-2024-669D-9EB0-6CF2D111EDB5}"/>
              </a:ext>
            </a:extLst>
          </p:cNvPr>
          <p:cNvSpPr/>
          <p:nvPr userDrawn="1"/>
        </p:nvSpPr>
        <p:spPr>
          <a:xfrm>
            <a:off x="0" y="-297"/>
            <a:ext cx="8128591" cy="61451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079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A244B-1FC2-1AF3-2AAC-0520DABC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284" y="1964675"/>
            <a:ext cx="8119432" cy="2445744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tel 4">
            <a:extLst>
              <a:ext uri="{FF2B5EF4-FFF2-40B4-BE49-F238E27FC236}">
                <a16:creationId xmlns:a16="http://schemas.microsoft.com/office/drawing/2014/main" id="{F34945FC-D7BF-3212-1D61-D611E7EA8D61}"/>
              </a:ext>
            </a:extLst>
          </p:cNvPr>
          <p:cNvSpPr txBox="1">
            <a:spLocks/>
          </p:cNvSpPr>
          <p:nvPr userDrawn="1"/>
        </p:nvSpPr>
        <p:spPr>
          <a:xfrm>
            <a:off x="1742471" y="947825"/>
            <a:ext cx="481177" cy="559410"/>
          </a:xfrm>
          <a:prstGeom prst="rect">
            <a:avLst/>
          </a:prstGeom>
        </p:spPr>
        <p:txBody>
          <a:bodyPr vert="horz" lIns="72000" tIns="36000" rIns="72000" bIns="3600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8000" cap="none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B8B0855-3030-CCBD-C934-1ADDB6CF49BB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1B6BF8A3-EA20-1DB0-B8C2-E850FEEA4629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591E7D24-CE04-91F2-5686-C68FE74FBE07}"/>
              </a:ext>
            </a:extLst>
          </p:cNvPr>
          <p:cNvSpPr/>
          <p:nvPr userDrawn="1"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7A30277D-4287-8B40-F01D-A6FD4AD0F38C}"/>
              </a:ext>
            </a:extLst>
          </p:cNvPr>
          <p:cNvSpPr/>
          <p:nvPr userDrawn="1"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23822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A244B-1FC2-1AF3-2AAC-0520DABC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284" y="1964675"/>
            <a:ext cx="8119432" cy="2445744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tel 4">
            <a:extLst>
              <a:ext uri="{FF2B5EF4-FFF2-40B4-BE49-F238E27FC236}">
                <a16:creationId xmlns:a16="http://schemas.microsoft.com/office/drawing/2014/main" id="{F34945FC-D7BF-3212-1D61-D611E7EA8D61}"/>
              </a:ext>
            </a:extLst>
          </p:cNvPr>
          <p:cNvSpPr txBox="1">
            <a:spLocks/>
          </p:cNvSpPr>
          <p:nvPr userDrawn="1"/>
        </p:nvSpPr>
        <p:spPr>
          <a:xfrm>
            <a:off x="1742471" y="947825"/>
            <a:ext cx="481177" cy="559410"/>
          </a:xfrm>
          <a:prstGeom prst="rect">
            <a:avLst/>
          </a:prstGeom>
        </p:spPr>
        <p:txBody>
          <a:bodyPr vert="horz" lIns="72000" tIns="36000" rIns="72000" bIns="3600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8000" cap="none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B8B0855-3030-CCBD-C934-1ADDB6CF49BB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1B6BF8A3-EA20-1DB0-B8C2-E850FEEA4629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591E7D24-CE04-91F2-5686-C68FE74FBE07}"/>
              </a:ext>
            </a:extLst>
          </p:cNvPr>
          <p:cNvSpPr/>
          <p:nvPr userDrawn="1"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7A30277D-4287-8B40-F01D-A6FD4AD0F38C}"/>
              </a:ext>
            </a:extLst>
          </p:cNvPr>
          <p:cNvSpPr/>
          <p:nvPr userDrawn="1"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34208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>
            <a:extLst>
              <a:ext uri="{FF2B5EF4-FFF2-40B4-BE49-F238E27FC236}">
                <a16:creationId xmlns:a16="http://schemas.microsoft.com/office/drawing/2014/main" id="{FCBA79ED-C231-EB21-2F80-979D72E0F9D4}"/>
              </a:ext>
            </a:extLst>
          </p:cNvPr>
          <p:cNvSpPr/>
          <p:nvPr userDrawn="1"/>
        </p:nvSpPr>
        <p:spPr>
          <a:xfrm>
            <a:off x="0" y="5161880"/>
            <a:ext cx="3051017" cy="1696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09D5CA-EF3F-3E4C-9BD3-705D3804A35C}"/>
              </a:ext>
            </a:extLst>
          </p:cNvPr>
          <p:cNvSpPr/>
          <p:nvPr userDrawn="1"/>
        </p:nvSpPr>
        <p:spPr>
          <a:xfrm>
            <a:off x="3051017" y="1718027"/>
            <a:ext cx="6089965" cy="5139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4BBD93-086C-E150-5307-F00E60F5878C}"/>
              </a:ext>
            </a:extLst>
          </p:cNvPr>
          <p:cNvSpPr/>
          <p:nvPr userDrawn="1"/>
        </p:nvSpPr>
        <p:spPr>
          <a:xfrm>
            <a:off x="6089965" y="0"/>
            <a:ext cx="3051018" cy="1718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A176D3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70C3DE-7251-AEC9-7CFD-8DFD7B119B06}"/>
              </a:ext>
            </a:extLst>
          </p:cNvPr>
          <p:cNvSpPr/>
          <p:nvPr userDrawn="1"/>
        </p:nvSpPr>
        <p:spPr>
          <a:xfrm>
            <a:off x="9140982" y="0"/>
            <a:ext cx="305101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130A08-3EFF-BEC7-FAAB-D04494A8F0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2168" y="2256516"/>
            <a:ext cx="4527664" cy="1981413"/>
          </a:xfrm>
        </p:spPr>
        <p:txBody>
          <a:bodyPr anchor="t" anchorCtr="0"/>
          <a:lstStyle>
            <a:lvl1pPr algn="l">
              <a:defRPr sz="6000" b="0"/>
            </a:lvl1pPr>
          </a:lstStyle>
          <a:p>
            <a:r>
              <a:rPr lang="nl-NL" dirty="0"/>
              <a:t>Dankjewel!</a:t>
            </a:r>
          </a:p>
        </p:txBody>
      </p:sp>
    </p:spTree>
    <p:extLst>
      <p:ext uri="{BB962C8B-B14F-4D97-AF65-F5344CB8AC3E}">
        <p14:creationId xmlns:p14="http://schemas.microsoft.com/office/powerpoint/2010/main" val="3643394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30A08-3EFF-BEC7-FAAB-D04494A8F0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1561" y="2727163"/>
            <a:ext cx="4527664" cy="1981413"/>
          </a:xfrm>
        </p:spPr>
        <p:txBody>
          <a:bodyPr anchor="t" anchorCtr="0"/>
          <a:lstStyle>
            <a:lvl1pPr algn="l">
              <a:defRPr sz="6000" b="0"/>
            </a:lvl1pPr>
          </a:lstStyle>
          <a:p>
            <a:r>
              <a:rPr lang="nl-NL" dirty="0"/>
              <a:t>Dankjewel!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F3AA48E-B4F6-47AC-28DD-9FC3FB1A8A5C}"/>
              </a:ext>
            </a:extLst>
          </p:cNvPr>
          <p:cNvSpPr/>
          <p:nvPr userDrawn="1"/>
        </p:nvSpPr>
        <p:spPr>
          <a:xfrm>
            <a:off x="0" y="-1"/>
            <a:ext cx="9140983" cy="1696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939720F-FE21-7834-E98C-5EB779E9979C}"/>
              </a:ext>
            </a:extLst>
          </p:cNvPr>
          <p:cNvSpPr/>
          <p:nvPr userDrawn="1"/>
        </p:nvSpPr>
        <p:spPr>
          <a:xfrm>
            <a:off x="9140983" y="-1"/>
            <a:ext cx="3051017" cy="68466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323236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69CCEC8-A871-0A97-53F0-D657C10425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1414" y="2995451"/>
            <a:ext cx="4009168" cy="84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398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8DECC589-0E56-57CE-D03D-AF4907FA5342}"/>
              </a:ext>
            </a:extLst>
          </p:cNvPr>
          <p:cNvSpPr/>
          <p:nvPr userDrawn="1"/>
        </p:nvSpPr>
        <p:spPr>
          <a:xfrm>
            <a:off x="3045823" y="2573381"/>
            <a:ext cx="6098177" cy="17112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C292D243-91AD-A810-1F56-F21B1F1BC9BE}"/>
              </a:ext>
            </a:extLst>
          </p:cNvPr>
          <p:cNvSpPr/>
          <p:nvPr/>
        </p:nvSpPr>
        <p:spPr>
          <a:xfrm>
            <a:off x="5768479" y="3014297"/>
            <a:ext cx="2334569" cy="519478"/>
          </a:xfrm>
          <a:custGeom>
            <a:avLst/>
            <a:gdLst>
              <a:gd name="connsiteX0" fmla="*/ 2126915 w 2334569"/>
              <a:gd name="connsiteY0" fmla="*/ 519410 h 519478"/>
              <a:gd name="connsiteX1" fmla="*/ 2334569 w 2334569"/>
              <a:gd name="connsiteY1" fmla="*/ 351505 h 519478"/>
              <a:gd name="connsiteX2" fmla="*/ 2052968 w 2334569"/>
              <a:gd name="connsiteY2" fmla="*/ 149744 h 519478"/>
              <a:gd name="connsiteX3" fmla="*/ 2106766 w 2334569"/>
              <a:gd name="connsiteY3" fmla="*/ 115135 h 519478"/>
              <a:gd name="connsiteX4" fmla="*/ 2252467 w 2334569"/>
              <a:gd name="connsiteY4" fmla="*/ 167837 h 519478"/>
              <a:gd name="connsiteX5" fmla="*/ 2322713 w 2334569"/>
              <a:gd name="connsiteY5" fmla="*/ 70726 h 519478"/>
              <a:gd name="connsiteX6" fmla="*/ 2120268 w 2334569"/>
              <a:gd name="connsiteY6" fmla="*/ 685 h 519478"/>
              <a:gd name="connsiteX7" fmla="*/ 1922276 w 2334569"/>
              <a:gd name="connsiteY7" fmla="*/ 160298 h 519478"/>
              <a:gd name="connsiteX8" fmla="*/ 2203946 w 2334569"/>
              <a:gd name="connsiteY8" fmla="*/ 365074 h 519478"/>
              <a:gd name="connsiteX9" fmla="*/ 2133700 w 2334569"/>
              <a:gd name="connsiteY9" fmla="*/ 404960 h 519478"/>
              <a:gd name="connsiteX10" fmla="*/ 1973813 w 2334569"/>
              <a:gd name="connsiteY10" fmla="*/ 338689 h 519478"/>
              <a:gd name="connsiteX11" fmla="*/ 1905828 w 2334569"/>
              <a:gd name="connsiteY11" fmla="*/ 439569 h 519478"/>
              <a:gd name="connsiteX12" fmla="*/ 2126984 w 2334569"/>
              <a:gd name="connsiteY12" fmla="*/ 519341 h 519478"/>
              <a:gd name="connsiteX13" fmla="*/ 1701121 w 2334569"/>
              <a:gd name="connsiteY13" fmla="*/ 325188 h 519478"/>
              <a:gd name="connsiteX14" fmla="*/ 1574884 w 2334569"/>
              <a:gd name="connsiteY14" fmla="*/ 325188 h 519478"/>
              <a:gd name="connsiteX15" fmla="*/ 1638413 w 2334569"/>
              <a:gd name="connsiteY15" fmla="*/ 136243 h 519478"/>
              <a:gd name="connsiteX16" fmla="*/ 1701189 w 2334569"/>
              <a:gd name="connsiteY16" fmla="*/ 325188 h 519478"/>
              <a:gd name="connsiteX17" fmla="*/ 1701189 w 2334569"/>
              <a:gd name="connsiteY17" fmla="*/ 325188 h 519478"/>
              <a:gd name="connsiteX18" fmla="*/ 1906514 w 2334569"/>
              <a:gd name="connsiteY18" fmla="*/ 510364 h 519478"/>
              <a:gd name="connsiteX19" fmla="*/ 1719008 w 2334569"/>
              <a:gd name="connsiteY19" fmla="*/ 8224 h 519478"/>
              <a:gd name="connsiteX20" fmla="*/ 1556859 w 2334569"/>
              <a:gd name="connsiteY20" fmla="*/ 8224 h 519478"/>
              <a:gd name="connsiteX21" fmla="*/ 1369354 w 2334569"/>
              <a:gd name="connsiteY21" fmla="*/ 510295 h 519478"/>
              <a:gd name="connsiteX22" fmla="*/ 1515054 w 2334569"/>
              <a:gd name="connsiteY22" fmla="*/ 510295 h 519478"/>
              <a:gd name="connsiteX23" fmla="*/ 1539726 w 2334569"/>
              <a:gd name="connsiteY23" fmla="*/ 437993 h 519478"/>
              <a:gd name="connsiteX24" fmla="*/ 1736210 w 2334569"/>
              <a:gd name="connsiteY24" fmla="*/ 437993 h 519478"/>
              <a:gd name="connsiteX25" fmla="*/ 1760881 w 2334569"/>
              <a:gd name="connsiteY25" fmla="*/ 510295 h 519478"/>
              <a:gd name="connsiteX26" fmla="*/ 1906582 w 2334569"/>
              <a:gd name="connsiteY26" fmla="*/ 510295 h 519478"/>
              <a:gd name="connsiteX27" fmla="*/ 1157998 w 2334569"/>
              <a:gd name="connsiteY27" fmla="*/ 519410 h 519478"/>
              <a:gd name="connsiteX28" fmla="*/ 1375384 w 2334569"/>
              <a:gd name="connsiteY28" fmla="*/ 384674 h 519478"/>
              <a:gd name="connsiteX29" fmla="*/ 1264841 w 2334569"/>
              <a:gd name="connsiteY29" fmla="*/ 331973 h 519478"/>
              <a:gd name="connsiteX30" fmla="*/ 1157998 w 2334569"/>
              <a:gd name="connsiteY30" fmla="*/ 405029 h 519478"/>
              <a:gd name="connsiteX31" fmla="*/ 1019014 w 2334569"/>
              <a:gd name="connsiteY31" fmla="*/ 259739 h 519478"/>
              <a:gd name="connsiteX32" fmla="*/ 1157998 w 2334569"/>
              <a:gd name="connsiteY32" fmla="*/ 114450 h 519478"/>
              <a:gd name="connsiteX33" fmla="*/ 1264841 w 2334569"/>
              <a:gd name="connsiteY33" fmla="*/ 187437 h 519478"/>
              <a:gd name="connsiteX34" fmla="*/ 1375384 w 2334569"/>
              <a:gd name="connsiteY34" fmla="*/ 133982 h 519478"/>
              <a:gd name="connsiteX35" fmla="*/ 1157998 w 2334569"/>
              <a:gd name="connsiteY35" fmla="*/ 0 h 519478"/>
              <a:gd name="connsiteX36" fmla="*/ 888322 w 2334569"/>
              <a:gd name="connsiteY36" fmla="*/ 259739 h 519478"/>
              <a:gd name="connsiteX37" fmla="*/ 1157998 w 2334569"/>
              <a:gd name="connsiteY37" fmla="*/ 519478 h 519478"/>
              <a:gd name="connsiteX38" fmla="*/ 600621 w 2334569"/>
              <a:gd name="connsiteY38" fmla="*/ 519410 h 519478"/>
              <a:gd name="connsiteX39" fmla="*/ 835209 w 2334569"/>
              <a:gd name="connsiteY39" fmla="*/ 306341 h 519478"/>
              <a:gd name="connsiteX40" fmla="*/ 835209 w 2334569"/>
              <a:gd name="connsiteY40" fmla="*/ 8224 h 519478"/>
              <a:gd name="connsiteX41" fmla="*/ 705202 w 2334569"/>
              <a:gd name="connsiteY41" fmla="*/ 8224 h 519478"/>
              <a:gd name="connsiteX42" fmla="*/ 705202 w 2334569"/>
              <a:gd name="connsiteY42" fmla="*/ 302572 h 519478"/>
              <a:gd name="connsiteX43" fmla="*/ 600621 w 2334569"/>
              <a:gd name="connsiteY43" fmla="*/ 404960 h 519478"/>
              <a:gd name="connsiteX44" fmla="*/ 495286 w 2334569"/>
              <a:gd name="connsiteY44" fmla="*/ 302572 h 519478"/>
              <a:gd name="connsiteX45" fmla="*/ 495286 w 2334569"/>
              <a:gd name="connsiteY45" fmla="*/ 8224 h 519478"/>
              <a:gd name="connsiteX46" fmla="*/ 364526 w 2334569"/>
              <a:gd name="connsiteY46" fmla="*/ 8224 h 519478"/>
              <a:gd name="connsiteX47" fmla="*/ 364526 w 2334569"/>
              <a:gd name="connsiteY47" fmla="*/ 307095 h 519478"/>
              <a:gd name="connsiteX48" fmla="*/ 600621 w 2334569"/>
              <a:gd name="connsiteY48" fmla="*/ 519410 h 519478"/>
              <a:gd name="connsiteX49" fmla="*/ 328683 w 2334569"/>
              <a:gd name="connsiteY49" fmla="*/ 510364 h 519478"/>
              <a:gd name="connsiteX50" fmla="*/ 328683 w 2334569"/>
              <a:gd name="connsiteY50" fmla="*/ 397422 h 519478"/>
              <a:gd name="connsiteX51" fmla="*/ 128499 w 2334569"/>
              <a:gd name="connsiteY51" fmla="*/ 397422 h 519478"/>
              <a:gd name="connsiteX52" fmla="*/ 128499 w 2334569"/>
              <a:gd name="connsiteY52" fmla="*/ 8224 h 519478"/>
              <a:gd name="connsiteX53" fmla="*/ 0 w 2334569"/>
              <a:gd name="connsiteY53" fmla="*/ 8224 h 519478"/>
              <a:gd name="connsiteX54" fmla="*/ 0 w 2334569"/>
              <a:gd name="connsiteY54" fmla="*/ 510295 h 519478"/>
              <a:gd name="connsiteX55" fmla="*/ 328752 w 2334569"/>
              <a:gd name="connsiteY55" fmla="*/ 510295 h 519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334569" h="519478">
                <a:moveTo>
                  <a:pt x="2126915" y="519410"/>
                </a:moveTo>
                <a:cubicBezTo>
                  <a:pt x="2260623" y="519410"/>
                  <a:pt x="2334569" y="452385"/>
                  <a:pt x="2334569" y="351505"/>
                </a:cubicBezTo>
                <a:cubicBezTo>
                  <a:pt x="2334569" y="164821"/>
                  <a:pt x="2052968" y="211492"/>
                  <a:pt x="2052968" y="149744"/>
                </a:cubicBezTo>
                <a:cubicBezTo>
                  <a:pt x="2052968" y="127882"/>
                  <a:pt x="2069416" y="115135"/>
                  <a:pt x="2106766" y="115135"/>
                </a:cubicBezTo>
                <a:cubicBezTo>
                  <a:pt x="2156042" y="115135"/>
                  <a:pt x="2210594" y="132474"/>
                  <a:pt x="2252467" y="167837"/>
                </a:cubicBezTo>
                <a:lnTo>
                  <a:pt x="2322713" y="70726"/>
                </a:lnTo>
                <a:cubicBezTo>
                  <a:pt x="2269669" y="24809"/>
                  <a:pt x="2200177" y="685"/>
                  <a:pt x="2120268" y="685"/>
                </a:cubicBezTo>
                <a:cubicBezTo>
                  <a:pt x="1992522" y="685"/>
                  <a:pt x="1922276" y="75934"/>
                  <a:pt x="1922276" y="160298"/>
                </a:cubicBezTo>
                <a:cubicBezTo>
                  <a:pt x="1922276" y="353766"/>
                  <a:pt x="2203946" y="298803"/>
                  <a:pt x="2203946" y="365074"/>
                </a:cubicBezTo>
                <a:cubicBezTo>
                  <a:pt x="2203946" y="389883"/>
                  <a:pt x="2177081" y="404960"/>
                  <a:pt x="2133700" y="404960"/>
                </a:cubicBezTo>
                <a:cubicBezTo>
                  <a:pt x="2064962" y="404960"/>
                  <a:pt x="2009656" y="374874"/>
                  <a:pt x="1973813" y="338689"/>
                </a:cubicBezTo>
                <a:lnTo>
                  <a:pt x="1905828" y="439569"/>
                </a:lnTo>
                <a:cubicBezTo>
                  <a:pt x="1955857" y="486994"/>
                  <a:pt x="2026103" y="519341"/>
                  <a:pt x="2126984" y="519341"/>
                </a:cubicBezTo>
                <a:moveTo>
                  <a:pt x="1701121" y="325188"/>
                </a:moveTo>
                <a:lnTo>
                  <a:pt x="1574884" y="325188"/>
                </a:lnTo>
                <a:lnTo>
                  <a:pt x="1638413" y="136243"/>
                </a:lnTo>
                <a:lnTo>
                  <a:pt x="1701189" y="325188"/>
                </a:lnTo>
                <a:lnTo>
                  <a:pt x="1701189" y="325188"/>
                </a:lnTo>
                <a:close/>
                <a:moveTo>
                  <a:pt x="1906514" y="510364"/>
                </a:moveTo>
                <a:lnTo>
                  <a:pt x="1719008" y="8224"/>
                </a:lnTo>
                <a:lnTo>
                  <a:pt x="1556859" y="8224"/>
                </a:lnTo>
                <a:lnTo>
                  <a:pt x="1369354" y="510295"/>
                </a:lnTo>
                <a:lnTo>
                  <a:pt x="1515054" y="510295"/>
                </a:lnTo>
                <a:lnTo>
                  <a:pt x="1539726" y="437993"/>
                </a:lnTo>
                <a:lnTo>
                  <a:pt x="1736210" y="437993"/>
                </a:lnTo>
                <a:lnTo>
                  <a:pt x="1760881" y="510295"/>
                </a:lnTo>
                <a:lnTo>
                  <a:pt x="1906582" y="510295"/>
                </a:lnTo>
                <a:close/>
                <a:moveTo>
                  <a:pt x="1157998" y="519410"/>
                </a:moveTo>
                <a:cubicBezTo>
                  <a:pt x="1278274" y="519410"/>
                  <a:pt x="1343243" y="448615"/>
                  <a:pt x="1375384" y="384674"/>
                </a:cubicBezTo>
                <a:lnTo>
                  <a:pt x="1264841" y="331973"/>
                </a:lnTo>
                <a:cubicBezTo>
                  <a:pt x="1248393" y="371859"/>
                  <a:pt x="1205834" y="405029"/>
                  <a:pt x="1157998" y="405029"/>
                </a:cubicBezTo>
                <a:cubicBezTo>
                  <a:pt x="1076581" y="405029"/>
                  <a:pt x="1019014" y="341773"/>
                  <a:pt x="1019014" y="259739"/>
                </a:cubicBezTo>
                <a:cubicBezTo>
                  <a:pt x="1019014" y="177705"/>
                  <a:pt x="1076513" y="114450"/>
                  <a:pt x="1157998" y="114450"/>
                </a:cubicBezTo>
                <a:cubicBezTo>
                  <a:pt x="1205834" y="114450"/>
                  <a:pt x="1248393" y="147551"/>
                  <a:pt x="1264841" y="187437"/>
                </a:cubicBezTo>
                <a:lnTo>
                  <a:pt x="1375384" y="133982"/>
                </a:lnTo>
                <a:cubicBezTo>
                  <a:pt x="1343243" y="68464"/>
                  <a:pt x="1278274" y="0"/>
                  <a:pt x="1157998" y="0"/>
                </a:cubicBezTo>
                <a:cubicBezTo>
                  <a:pt x="1004828" y="0"/>
                  <a:pt x="888322" y="104650"/>
                  <a:pt x="888322" y="259739"/>
                </a:cubicBezTo>
                <a:cubicBezTo>
                  <a:pt x="888322" y="414829"/>
                  <a:pt x="1004896" y="519478"/>
                  <a:pt x="1157998" y="519478"/>
                </a:cubicBezTo>
                <a:moveTo>
                  <a:pt x="600621" y="519410"/>
                </a:moveTo>
                <a:cubicBezTo>
                  <a:pt x="760508" y="519410"/>
                  <a:pt x="835209" y="431345"/>
                  <a:pt x="835209" y="306341"/>
                </a:cubicBezTo>
                <a:lnTo>
                  <a:pt x="835209" y="8224"/>
                </a:lnTo>
                <a:lnTo>
                  <a:pt x="705202" y="8224"/>
                </a:lnTo>
                <a:lnTo>
                  <a:pt x="705202" y="302572"/>
                </a:lnTo>
                <a:cubicBezTo>
                  <a:pt x="705202" y="362059"/>
                  <a:pt x="669360" y="404960"/>
                  <a:pt x="600621" y="404960"/>
                </a:cubicBezTo>
                <a:cubicBezTo>
                  <a:pt x="531883" y="404960"/>
                  <a:pt x="495286" y="362059"/>
                  <a:pt x="495286" y="302572"/>
                </a:cubicBezTo>
                <a:lnTo>
                  <a:pt x="495286" y="8224"/>
                </a:lnTo>
                <a:lnTo>
                  <a:pt x="364526" y="8224"/>
                </a:lnTo>
                <a:lnTo>
                  <a:pt x="364526" y="307095"/>
                </a:lnTo>
                <a:cubicBezTo>
                  <a:pt x="364526" y="430523"/>
                  <a:pt x="440734" y="519410"/>
                  <a:pt x="600621" y="519410"/>
                </a:cubicBezTo>
                <a:moveTo>
                  <a:pt x="328683" y="510364"/>
                </a:moveTo>
                <a:lnTo>
                  <a:pt x="328683" y="397422"/>
                </a:lnTo>
                <a:lnTo>
                  <a:pt x="128499" y="397422"/>
                </a:lnTo>
                <a:lnTo>
                  <a:pt x="128499" y="8224"/>
                </a:lnTo>
                <a:lnTo>
                  <a:pt x="0" y="8224"/>
                </a:lnTo>
                <a:lnTo>
                  <a:pt x="0" y="510295"/>
                </a:lnTo>
                <a:lnTo>
                  <a:pt x="328752" y="510295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4FB006EA-CEBB-1FCC-8375-51B5A7110F39}"/>
              </a:ext>
            </a:extLst>
          </p:cNvPr>
          <p:cNvSpPr/>
          <p:nvPr/>
        </p:nvSpPr>
        <p:spPr>
          <a:xfrm>
            <a:off x="4092030" y="2995451"/>
            <a:ext cx="1618196" cy="538256"/>
          </a:xfrm>
          <a:custGeom>
            <a:avLst/>
            <a:gdLst>
              <a:gd name="connsiteX0" fmla="*/ 1479212 w 1618196"/>
              <a:gd name="connsiteY0" fmla="*/ 529210 h 538256"/>
              <a:gd name="connsiteX1" fmla="*/ 1479212 w 1618196"/>
              <a:gd name="connsiteY1" fmla="*/ 140012 h 538256"/>
              <a:gd name="connsiteX2" fmla="*/ 1618196 w 1618196"/>
              <a:gd name="connsiteY2" fmla="*/ 140012 h 538256"/>
              <a:gd name="connsiteX3" fmla="*/ 1618196 w 1618196"/>
              <a:gd name="connsiteY3" fmla="*/ 27070 h 538256"/>
              <a:gd name="connsiteX4" fmla="*/ 1211043 w 1618196"/>
              <a:gd name="connsiteY4" fmla="*/ 27070 h 538256"/>
              <a:gd name="connsiteX5" fmla="*/ 1211043 w 1618196"/>
              <a:gd name="connsiteY5" fmla="*/ 140012 h 538256"/>
              <a:gd name="connsiteX6" fmla="*/ 1350781 w 1618196"/>
              <a:gd name="connsiteY6" fmla="*/ 140012 h 538256"/>
              <a:gd name="connsiteX7" fmla="*/ 1350781 w 1618196"/>
              <a:gd name="connsiteY7" fmla="*/ 529210 h 538256"/>
              <a:gd name="connsiteX8" fmla="*/ 1479280 w 1618196"/>
              <a:gd name="connsiteY8" fmla="*/ 529210 h 538256"/>
              <a:gd name="connsiteX9" fmla="*/ 1150460 w 1618196"/>
              <a:gd name="connsiteY9" fmla="*/ 529210 h 538256"/>
              <a:gd name="connsiteX10" fmla="*/ 1150460 w 1618196"/>
              <a:gd name="connsiteY10" fmla="*/ 27070 h 538256"/>
              <a:gd name="connsiteX11" fmla="*/ 1021207 w 1618196"/>
              <a:gd name="connsiteY11" fmla="*/ 27070 h 538256"/>
              <a:gd name="connsiteX12" fmla="*/ 1021207 w 1618196"/>
              <a:gd name="connsiteY12" fmla="*/ 303326 h 538256"/>
              <a:gd name="connsiteX13" fmla="*/ 819515 w 1618196"/>
              <a:gd name="connsiteY13" fmla="*/ 27070 h 538256"/>
              <a:gd name="connsiteX14" fmla="*/ 687247 w 1618196"/>
              <a:gd name="connsiteY14" fmla="*/ 27070 h 538256"/>
              <a:gd name="connsiteX15" fmla="*/ 687247 w 1618196"/>
              <a:gd name="connsiteY15" fmla="*/ 529141 h 538256"/>
              <a:gd name="connsiteX16" fmla="*/ 815746 w 1618196"/>
              <a:gd name="connsiteY16" fmla="*/ 529141 h 538256"/>
              <a:gd name="connsiteX17" fmla="*/ 815746 w 1618196"/>
              <a:gd name="connsiteY17" fmla="*/ 238563 h 538256"/>
              <a:gd name="connsiteX18" fmla="*/ 1026416 w 1618196"/>
              <a:gd name="connsiteY18" fmla="*/ 529141 h 538256"/>
              <a:gd name="connsiteX19" fmla="*/ 1150460 w 1618196"/>
              <a:gd name="connsiteY19" fmla="*/ 529141 h 538256"/>
              <a:gd name="connsiteX20" fmla="*/ 603637 w 1618196"/>
              <a:gd name="connsiteY20" fmla="*/ 165575 h 538256"/>
              <a:gd name="connsiteX21" fmla="*/ 488570 w 1618196"/>
              <a:gd name="connsiteY21" fmla="*/ 165575 h 538256"/>
              <a:gd name="connsiteX22" fmla="*/ 488570 w 1618196"/>
              <a:gd name="connsiteY22" fmla="*/ 529210 h 538256"/>
              <a:gd name="connsiteX23" fmla="*/ 603637 w 1618196"/>
              <a:gd name="connsiteY23" fmla="*/ 529210 h 538256"/>
              <a:gd name="connsiteX24" fmla="*/ 603637 w 1618196"/>
              <a:gd name="connsiteY24" fmla="*/ 165575 h 538256"/>
              <a:gd name="connsiteX25" fmla="*/ 603637 w 1618196"/>
              <a:gd name="connsiteY25" fmla="*/ 165575 h 538256"/>
              <a:gd name="connsiteX26" fmla="*/ 546069 w 1618196"/>
              <a:gd name="connsiteY26" fmla="*/ 133228 h 538256"/>
              <a:gd name="connsiteX27" fmla="*/ 612546 w 1618196"/>
              <a:gd name="connsiteY27" fmla="*/ 66203 h 538256"/>
              <a:gd name="connsiteX28" fmla="*/ 546069 w 1618196"/>
              <a:gd name="connsiteY28" fmla="*/ 0 h 538256"/>
              <a:gd name="connsiteX29" fmla="*/ 480346 w 1618196"/>
              <a:gd name="connsiteY29" fmla="*/ 66271 h 538256"/>
              <a:gd name="connsiteX30" fmla="*/ 546069 w 1618196"/>
              <a:gd name="connsiteY30" fmla="*/ 133296 h 538256"/>
              <a:gd name="connsiteX31" fmla="*/ 221155 w 1618196"/>
              <a:gd name="connsiteY31" fmla="*/ 538256 h 538256"/>
              <a:gd name="connsiteX32" fmla="*/ 428878 w 1618196"/>
              <a:gd name="connsiteY32" fmla="*/ 370351 h 538256"/>
              <a:gd name="connsiteX33" fmla="*/ 147208 w 1618196"/>
              <a:gd name="connsiteY33" fmla="*/ 168591 h 538256"/>
              <a:gd name="connsiteX34" fmla="*/ 201007 w 1618196"/>
              <a:gd name="connsiteY34" fmla="*/ 133982 h 538256"/>
              <a:gd name="connsiteX35" fmla="*/ 346707 w 1618196"/>
              <a:gd name="connsiteY35" fmla="*/ 186683 h 538256"/>
              <a:gd name="connsiteX36" fmla="*/ 416953 w 1618196"/>
              <a:gd name="connsiteY36" fmla="*/ 89572 h 538256"/>
              <a:gd name="connsiteX37" fmla="*/ 214508 w 1618196"/>
              <a:gd name="connsiteY37" fmla="*/ 19532 h 538256"/>
              <a:gd name="connsiteX38" fmla="*/ 16448 w 1618196"/>
              <a:gd name="connsiteY38" fmla="*/ 179145 h 538256"/>
              <a:gd name="connsiteX39" fmla="*/ 298118 w 1618196"/>
              <a:gd name="connsiteY39" fmla="*/ 383921 h 538256"/>
              <a:gd name="connsiteX40" fmla="*/ 227872 w 1618196"/>
              <a:gd name="connsiteY40" fmla="*/ 423807 h 538256"/>
              <a:gd name="connsiteX41" fmla="*/ 67985 w 1618196"/>
              <a:gd name="connsiteY41" fmla="*/ 357535 h 538256"/>
              <a:gd name="connsiteX42" fmla="*/ 0 w 1618196"/>
              <a:gd name="connsiteY42" fmla="*/ 458416 h 538256"/>
              <a:gd name="connsiteX43" fmla="*/ 221155 w 1618196"/>
              <a:gd name="connsiteY43" fmla="*/ 538188 h 53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618196" h="538256">
                <a:moveTo>
                  <a:pt x="1479212" y="529210"/>
                </a:moveTo>
                <a:lnTo>
                  <a:pt x="1479212" y="140012"/>
                </a:lnTo>
                <a:lnTo>
                  <a:pt x="1618196" y="140012"/>
                </a:lnTo>
                <a:lnTo>
                  <a:pt x="1618196" y="27070"/>
                </a:lnTo>
                <a:lnTo>
                  <a:pt x="1211043" y="27070"/>
                </a:lnTo>
                <a:lnTo>
                  <a:pt x="1211043" y="140012"/>
                </a:lnTo>
                <a:lnTo>
                  <a:pt x="1350781" y="140012"/>
                </a:lnTo>
                <a:lnTo>
                  <a:pt x="1350781" y="529210"/>
                </a:lnTo>
                <a:lnTo>
                  <a:pt x="1479280" y="529210"/>
                </a:lnTo>
                <a:close/>
                <a:moveTo>
                  <a:pt x="1150460" y="529210"/>
                </a:moveTo>
                <a:lnTo>
                  <a:pt x="1150460" y="27070"/>
                </a:lnTo>
                <a:lnTo>
                  <a:pt x="1021207" y="27070"/>
                </a:lnTo>
                <a:lnTo>
                  <a:pt x="1021207" y="303326"/>
                </a:lnTo>
                <a:lnTo>
                  <a:pt x="819515" y="27070"/>
                </a:lnTo>
                <a:lnTo>
                  <a:pt x="687247" y="27070"/>
                </a:lnTo>
                <a:lnTo>
                  <a:pt x="687247" y="529141"/>
                </a:lnTo>
                <a:lnTo>
                  <a:pt x="815746" y="529141"/>
                </a:lnTo>
                <a:lnTo>
                  <a:pt x="815746" y="238563"/>
                </a:lnTo>
                <a:lnTo>
                  <a:pt x="1026416" y="529141"/>
                </a:lnTo>
                <a:lnTo>
                  <a:pt x="1150460" y="529141"/>
                </a:lnTo>
                <a:close/>
                <a:moveTo>
                  <a:pt x="603637" y="165575"/>
                </a:moveTo>
                <a:lnTo>
                  <a:pt x="488570" y="165575"/>
                </a:lnTo>
                <a:lnTo>
                  <a:pt x="488570" y="529210"/>
                </a:lnTo>
                <a:lnTo>
                  <a:pt x="603637" y="529210"/>
                </a:lnTo>
                <a:lnTo>
                  <a:pt x="603637" y="165575"/>
                </a:lnTo>
                <a:lnTo>
                  <a:pt x="603637" y="165575"/>
                </a:lnTo>
                <a:close/>
                <a:moveTo>
                  <a:pt x="546069" y="133228"/>
                </a:moveTo>
                <a:cubicBezTo>
                  <a:pt x="582666" y="133228"/>
                  <a:pt x="612546" y="103142"/>
                  <a:pt x="612546" y="66203"/>
                </a:cubicBezTo>
                <a:cubicBezTo>
                  <a:pt x="612546" y="29263"/>
                  <a:pt x="582734" y="0"/>
                  <a:pt x="546069" y="0"/>
                </a:cubicBezTo>
                <a:cubicBezTo>
                  <a:pt x="509404" y="0"/>
                  <a:pt x="480346" y="29332"/>
                  <a:pt x="480346" y="66271"/>
                </a:cubicBezTo>
                <a:cubicBezTo>
                  <a:pt x="480346" y="103210"/>
                  <a:pt x="509473" y="133296"/>
                  <a:pt x="546069" y="133296"/>
                </a:cubicBezTo>
                <a:moveTo>
                  <a:pt x="221155" y="538256"/>
                </a:moveTo>
                <a:cubicBezTo>
                  <a:pt x="354863" y="538256"/>
                  <a:pt x="428878" y="471300"/>
                  <a:pt x="428878" y="370351"/>
                </a:cubicBezTo>
                <a:cubicBezTo>
                  <a:pt x="428878" y="183668"/>
                  <a:pt x="147208" y="230339"/>
                  <a:pt x="147208" y="168591"/>
                </a:cubicBezTo>
                <a:cubicBezTo>
                  <a:pt x="147208" y="146729"/>
                  <a:pt x="163656" y="133982"/>
                  <a:pt x="201007" y="133982"/>
                </a:cubicBezTo>
                <a:cubicBezTo>
                  <a:pt x="250282" y="133982"/>
                  <a:pt x="304834" y="151320"/>
                  <a:pt x="346707" y="186683"/>
                </a:cubicBezTo>
                <a:lnTo>
                  <a:pt x="416953" y="89572"/>
                </a:lnTo>
                <a:cubicBezTo>
                  <a:pt x="363909" y="43655"/>
                  <a:pt x="294417" y="19532"/>
                  <a:pt x="214508" y="19532"/>
                </a:cubicBezTo>
                <a:cubicBezTo>
                  <a:pt x="86625" y="19600"/>
                  <a:pt x="16448" y="94849"/>
                  <a:pt x="16448" y="179145"/>
                </a:cubicBezTo>
                <a:cubicBezTo>
                  <a:pt x="16448" y="372613"/>
                  <a:pt x="298118" y="317649"/>
                  <a:pt x="298118" y="383921"/>
                </a:cubicBezTo>
                <a:cubicBezTo>
                  <a:pt x="298118" y="408729"/>
                  <a:pt x="271184" y="423807"/>
                  <a:pt x="227872" y="423807"/>
                </a:cubicBezTo>
                <a:cubicBezTo>
                  <a:pt x="159133" y="423807"/>
                  <a:pt x="103827" y="393721"/>
                  <a:pt x="67985" y="357535"/>
                </a:cubicBezTo>
                <a:lnTo>
                  <a:pt x="0" y="458416"/>
                </a:lnTo>
                <a:cubicBezTo>
                  <a:pt x="50029" y="505840"/>
                  <a:pt x="120275" y="538188"/>
                  <a:pt x="221155" y="538188"/>
                </a:cubicBezTo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009425C8-389C-C9BD-F659-2DFCBA2C8078}"/>
              </a:ext>
            </a:extLst>
          </p:cNvPr>
          <p:cNvSpPr/>
          <p:nvPr/>
        </p:nvSpPr>
        <p:spPr>
          <a:xfrm>
            <a:off x="4091414" y="3683040"/>
            <a:ext cx="138162" cy="158310"/>
          </a:xfrm>
          <a:custGeom>
            <a:avLst/>
            <a:gdLst>
              <a:gd name="connsiteX0" fmla="*/ 0 w 138162"/>
              <a:gd name="connsiteY0" fmla="*/ 79155 h 158310"/>
              <a:gd name="connsiteX1" fmla="*/ 77853 w 138162"/>
              <a:gd name="connsiteY1" fmla="*/ 0 h 158310"/>
              <a:gd name="connsiteX2" fmla="*/ 138162 w 138162"/>
              <a:gd name="connsiteY2" fmla="*/ 32347 h 158310"/>
              <a:gd name="connsiteX3" fmla="*/ 118836 w 138162"/>
              <a:gd name="connsiteY3" fmla="*/ 42696 h 158310"/>
              <a:gd name="connsiteX4" fmla="*/ 77853 w 138162"/>
              <a:gd name="connsiteY4" fmla="*/ 20423 h 158310"/>
              <a:gd name="connsiteX5" fmla="*/ 23438 w 138162"/>
              <a:gd name="connsiteY5" fmla="*/ 79155 h 158310"/>
              <a:gd name="connsiteX6" fmla="*/ 77853 w 138162"/>
              <a:gd name="connsiteY6" fmla="*/ 137888 h 158310"/>
              <a:gd name="connsiteX7" fmla="*/ 118836 w 138162"/>
              <a:gd name="connsiteY7" fmla="*/ 115615 h 158310"/>
              <a:gd name="connsiteX8" fmla="*/ 138162 w 138162"/>
              <a:gd name="connsiteY8" fmla="*/ 125963 h 158310"/>
              <a:gd name="connsiteX9" fmla="*/ 77853 w 138162"/>
              <a:gd name="connsiteY9" fmla="*/ 158311 h 158310"/>
              <a:gd name="connsiteX10" fmla="*/ 0 w 138162"/>
              <a:gd name="connsiteY10" fmla="*/ 79155 h 1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8162" h="158310">
                <a:moveTo>
                  <a:pt x="0" y="79155"/>
                </a:moveTo>
                <a:cubicBezTo>
                  <a:pt x="0" y="32142"/>
                  <a:pt x="34609" y="0"/>
                  <a:pt x="77853" y="0"/>
                </a:cubicBezTo>
                <a:cubicBezTo>
                  <a:pt x="107665" y="0"/>
                  <a:pt x="126374" y="14460"/>
                  <a:pt x="138162" y="32347"/>
                </a:cubicBezTo>
                <a:lnTo>
                  <a:pt x="118836" y="42696"/>
                </a:lnTo>
                <a:cubicBezTo>
                  <a:pt x="110886" y="29880"/>
                  <a:pt x="95809" y="20423"/>
                  <a:pt x="77853" y="20423"/>
                </a:cubicBezTo>
                <a:cubicBezTo>
                  <a:pt x="47151" y="20423"/>
                  <a:pt x="23438" y="44752"/>
                  <a:pt x="23438" y="79155"/>
                </a:cubicBezTo>
                <a:cubicBezTo>
                  <a:pt x="23438" y="113559"/>
                  <a:pt x="47151" y="137888"/>
                  <a:pt x="77853" y="137888"/>
                </a:cubicBezTo>
                <a:cubicBezTo>
                  <a:pt x="95809" y="137888"/>
                  <a:pt x="110886" y="128499"/>
                  <a:pt x="118836" y="115615"/>
                </a:cubicBezTo>
                <a:lnTo>
                  <a:pt x="138162" y="125963"/>
                </a:lnTo>
                <a:cubicBezTo>
                  <a:pt x="126100" y="143850"/>
                  <a:pt x="107665" y="158311"/>
                  <a:pt x="77853" y="158311"/>
                </a:cubicBezTo>
                <a:cubicBezTo>
                  <a:pt x="34609" y="158311"/>
                  <a:pt x="0" y="126169"/>
                  <a:pt x="0" y="79155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A5156B5B-5E17-9E54-2916-275396D097F3}"/>
              </a:ext>
            </a:extLst>
          </p:cNvPr>
          <p:cNvSpPr/>
          <p:nvPr/>
        </p:nvSpPr>
        <p:spPr>
          <a:xfrm>
            <a:off x="4252397" y="3685575"/>
            <a:ext cx="113832" cy="153033"/>
          </a:xfrm>
          <a:custGeom>
            <a:avLst/>
            <a:gdLst>
              <a:gd name="connsiteX0" fmla="*/ 51194 w 113832"/>
              <a:gd name="connsiteY0" fmla="*/ 94096 h 153033"/>
              <a:gd name="connsiteX1" fmla="*/ 22753 w 113832"/>
              <a:gd name="connsiteY1" fmla="*/ 94096 h 153033"/>
              <a:gd name="connsiteX2" fmla="*/ 22753 w 113832"/>
              <a:gd name="connsiteY2" fmla="*/ 153034 h 153033"/>
              <a:gd name="connsiteX3" fmla="*/ 0 w 113832"/>
              <a:gd name="connsiteY3" fmla="*/ 153034 h 153033"/>
              <a:gd name="connsiteX4" fmla="*/ 0 w 113832"/>
              <a:gd name="connsiteY4" fmla="*/ 0 h 153033"/>
              <a:gd name="connsiteX5" fmla="*/ 63941 w 113832"/>
              <a:gd name="connsiteY5" fmla="*/ 0 h 153033"/>
              <a:gd name="connsiteX6" fmla="*/ 112668 w 113832"/>
              <a:gd name="connsiteY6" fmla="*/ 47013 h 153033"/>
              <a:gd name="connsiteX7" fmla="*/ 74906 w 113832"/>
              <a:gd name="connsiteY7" fmla="*/ 91765 h 153033"/>
              <a:gd name="connsiteX8" fmla="*/ 113833 w 113832"/>
              <a:gd name="connsiteY8" fmla="*/ 153034 h 153033"/>
              <a:gd name="connsiteX9" fmla="*/ 87448 w 113832"/>
              <a:gd name="connsiteY9" fmla="*/ 153034 h 153033"/>
              <a:gd name="connsiteX10" fmla="*/ 51263 w 113832"/>
              <a:gd name="connsiteY10" fmla="*/ 94096 h 153033"/>
              <a:gd name="connsiteX11" fmla="*/ 60994 w 113832"/>
              <a:gd name="connsiteY11" fmla="*/ 20217 h 153033"/>
              <a:gd name="connsiteX12" fmla="*/ 22753 w 113832"/>
              <a:gd name="connsiteY12" fmla="*/ 20217 h 153033"/>
              <a:gd name="connsiteX13" fmla="*/ 22753 w 113832"/>
              <a:gd name="connsiteY13" fmla="*/ 73878 h 153033"/>
              <a:gd name="connsiteX14" fmla="*/ 60994 w 113832"/>
              <a:gd name="connsiteY14" fmla="*/ 73878 h 153033"/>
              <a:gd name="connsiteX15" fmla="*/ 89230 w 113832"/>
              <a:gd name="connsiteY15" fmla="*/ 47013 h 153033"/>
              <a:gd name="connsiteX16" fmla="*/ 60994 w 113832"/>
              <a:gd name="connsiteY16" fmla="*/ 20149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3832" h="153033">
                <a:moveTo>
                  <a:pt x="51194" y="94096"/>
                </a:moveTo>
                <a:lnTo>
                  <a:pt x="22753" y="94096"/>
                </a:ln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lnTo>
                  <a:pt x="63941" y="0"/>
                </a:lnTo>
                <a:cubicBezTo>
                  <a:pt x="92862" y="0"/>
                  <a:pt x="112668" y="18778"/>
                  <a:pt x="112668" y="47013"/>
                </a:cubicBezTo>
                <a:cubicBezTo>
                  <a:pt x="112668" y="75249"/>
                  <a:pt x="94233" y="89230"/>
                  <a:pt x="74906" y="91765"/>
                </a:cubicBezTo>
                <a:lnTo>
                  <a:pt x="113833" y="153034"/>
                </a:lnTo>
                <a:lnTo>
                  <a:pt x="87448" y="153034"/>
                </a:lnTo>
                <a:lnTo>
                  <a:pt x="51263" y="94096"/>
                </a:lnTo>
                <a:close/>
                <a:moveTo>
                  <a:pt x="60994" y="20217"/>
                </a:moveTo>
                <a:lnTo>
                  <a:pt x="22753" y="20217"/>
                </a:lnTo>
                <a:lnTo>
                  <a:pt x="22753" y="73878"/>
                </a:lnTo>
                <a:lnTo>
                  <a:pt x="60994" y="73878"/>
                </a:lnTo>
                <a:cubicBezTo>
                  <a:pt x="77374" y="73878"/>
                  <a:pt x="89230" y="63119"/>
                  <a:pt x="89230" y="47013"/>
                </a:cubicBezTo>
                <a:cubicBezTo>
                  <a:pt x="89230" y="30908"/>
                  <a:pt x="77374" y="20149"/>
                  <a:pt x="60994" y="20149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B4994932-4A1C-86AA-1940-F59CE4CAFA1E}"/>
              </a:ext>
            </a:extLst>
          </p:cNvPr>
          <p:cNvSpPr/>
          <p:nvPr/>
        </p:nvSpPr>
        <p:spPr>
          <a:xfrm>
            <a:off x="4393026" y="3685575"/>
            <a:ext cx="101976" cy="153102"/>
          </a:xfrm>
          <a:custGeom>
            <a:avLst/>
            <a:gdLst>
              <a:gd name="connsiteX0" fmla="*/ 0 w 101976"/>
              <a:gd name="connsiteY0" fmla="*/ 0 h 153102"/>
              <a:gd name="connsiteX1" fmla="*/ 101977 w 101976"/>
              <a:gd name="connsiteY1" fmla="*/ 0 h 153102"/>
              <a:gd name="connsiteX2" fmla="*/ 101977 w 101976"/>
              <a:gd name="connsiteY2" fmla="*/ 20217 h 153102"/>
              <a:gd name="connsiteX3" fmla="*/ 22753 w 101976"/>
              <a:gd name="connsiteY3" fmla="*/ 20217 h 153102"/>
              <a:gd name="connsiteX4" fmla="*/ 22753 w 101976"/>
              <a:gd name="connsiteY4" fmla="*/ 64969 h 153102"/>
              <a:gd name="connsiteX5" fmla="*/ 100401 w 101976"/>
              <a:gd name="connsiteY5" fmla="*/ 64969 h 153102"/>
              <a:gd name="connsiteX6" fmla="*/ 100401 w 101976"/>
              <a:gd name="connsiteY6" fmla="*/ 85186 h 153102"/>
              <a:gd name="connsiteX7" fmla="*/ 22753 w 101976"/>
              <a:gd name="connsiteY7" fmla="*/ 85186 h 153102"/>
              <a:gd name="connsiteX8" fmla="*/ 22753 w 101976"/>
              <a:gd name="connsiteY8" fmla="*/ 132885 h 153102"/>
              <a:gd name="connsiteX9" fmla="*/ 101977 w 101976"/>
              <a:gd name="connsiteY9" fmla="*/ 132885 h 153102"/>
              <a:gd name="connsiteX10" fmla="*/ 101977 w 101976"/>
              <a:gd name="connsiteY10" fmla="*/ 153102 h 153102"/>
              <a:gd name="connsiteX11" fmla="*/ 0 w 101976"/>
              <a:gd name="connsiteY11" fmla="*/ 153102 h 153102"/>
              <a:gd name="connsiteX12" fmla="*/ 0 w 101976"/>
              <a:gd name="connsiteY12" fmla="*/ 69 h 15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1976" h="153102">
                <a:moveTo>
                  <a:pt x="0" y="0"/>
                </a:moveTo>
                <a:lnTo>
                  <a:pt x="101977" y="0"/>
                </a:lnTo>
                <a:lnTo>
                  <a:pt x="101977" y="20217"/>
                </a:lnTo>
                <a:lnTo>
                  <a:pt x="22753" y="20217"/>
                </a:lnTo>
                <a:lnTo>
                  <a:pt x="22753" y="64969"/>
                </a:lnTo>
                <a:lnTo>
                  <a:pt x="100401" y="64969"/>
                </a:lnTo>
                <a:lnTo>
                  <a:pt x="100401" y="85186"/>
                </a:lnTo>
                <a:lnTo>
                  <a:pt x="22753" y="85186"/>
                </a:lnTo>
                <a:lnTo>
                  <a:pt x="22753" y="132885"/>
                </a:lnTo>
                <a:lnTo>
                  <a:pt x="101977" y="132885"/>
                </a:lnTo>
                <a:lnTo>
                  <a:pt x="101977" y="153102"/>
                </a:lnTo>
                <a:lnTo>
                  <a:pt x="0" y="153102"/>
                </a:lnTo>
                <a:lnTo>
                  <a:pt x="0" y="69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A1D54423-AFC6-7B24-B700-83DBDD733AFA}"/>
              </a:ext>
            </a:extLst>
          </p:cNvPr>
          <p:cNvSpPr/>
          <p:nvPr/>
        </p:nvSpPr>
        <p:spPr>
          <a:xfrm>
            <a:off x="4507819" y="3685575"/>
            <a:ext cx="149058" cy="153033"/>
          </a:xfrm>
          <a:custGeom>
            <a:avLst/>
            <a:gdLst>
              <a:gd name="connsiteX0" fmla="*/ 111708 w 149058"/>
              <a:gd name="connsiteY0" fmla="*/ 121372 h 153033"/>
              <a:gd name="connsiteX1" fmla="*/ 37282 w 149058"/>
              <a:gd name="connsiteY1" fmla="*/ 121372 h 153033"/>
              <a:gd name="connsiteX2" fmla="*/ 25015 w 149058"/>
              <a:gd name="connsiteY2" fmla="*/ 153034 h 153033"/>
              <a:gd name="connsiteX3" fmla="*/ 0 w 149058"/>
              <a:gd name="connsiteY3" fmla="*/ 153034 h 153033"/>
              <a:gd name="connsiteX4" fmla="*/ 60309 w 149058"/>
              <a:gd name="connsiteY4" fmla="*/ 0 h 153033"/>
              <a:gd name="connsiteX5" fmla="*/ 88750 w 149058"/>
              <a:gd name="connsiteY5" fmla="*/ 0 h 153033"/>
              <a:gd name="connsiteX6" fmla="*/ 149059 w 149058"/>
              <a:gd name="connsiteY6" fmla="*/ 153034 h 153033"/>
              <a:gd name="connsiteX7" fmla="*/ 124044 w 149058"/>
              <a:gd name="connsiteY7" fmla="*/ 153034 h 153033"/>
              <a:gd name="connsiteX8" fmla="*/ 111777 w 149058"/>
              <a:gd name="connsiteY8" fmla="*/ 121372 h 153033"/>
              <a:gd name="connsiteX9" fmla="*/ 43861 w 149058"/>
              <a:gd name="connsiteY9" fmla="*/ 100949 h 153033"/>
              <a:gd name="connsiteX10" fmla="*/ 105129 w 149058"/>
              <a:gd name="connsiteY10" fmla="*/ 100949 h 153033"/>
              <a:gd name="connsiteX11" fmla="*/ 74427 w 149058"/>
              <a:gd name="connsiteY11" fmla="*/ 20012 h 153033"/>
              <a:gd name="connsiteX12" fmla="*/ 43930 w 149058"/>
              <a:gd name="connsiteY12" fmla="*/ 100949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9058" h="153033">
                <a:moveTo>
                  <a:pt x="111708" y="121372"/>
                </a:moveTo>
                <a:lnTo>
                  <a:pt x="37282" y="121372"/>
                </a:lnTo>
                <a:lnTo>
                  <a:pt x="25015" y="153034"/>
                </a:lnTo>
                <a:lnTo>
                  <a:pt x="0" y="153034"/>
                </a:lnTo>
                <a:lnTo>
                  <a:pt x="60309" y="0"/>
                </a:lnTo>
                <a:lnTo>
                  <a:pt x="88750" y="0"/>
                </a:lnTo>
                <a:lnTo>
                  <a:pt x="149059" y="153034"/>
                </a:lnTo>
                <a:lnTo>
                  <a:pt x="124044" y="153034"/>
                </a:lnTo>
                <a:lnTo>
                  <a:pt x="111777" y="121372"/>
                </a:lnTo>
                <a:close/>
                <a:moveTo>
                  <a:pt x="43861" y="100949"/>
                </a:moveTo>
                <a:lnTo>
                  <a:pt x="105129" y="100949"/>
                </a:lnTo>
                <a:lnTo>
                  <a:pt x="74427" y="20012"/>
                </a:lnTo>
                <a:lnTo>
                  <a:pt x="43930" y="100949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0C925019-A3C8-BFDE-0531-33FFD3C21848}"/>
              </a:ext>
            </a:extLst>
          </p:cNvPr>
          <p:cNvSpPr/>
          <p:nvPr/>
        </p:nvSpPr>
        <p:spPr>
          <a:xfrm>
            <a:off x="4650024" y="3685575"/>
            <a:ext cx="116779" cy="153033"/>
          </a:xfrm>
          <a:custGeom>
            <a:avLst/>
            <a:gdLst>
              <a:gd name="connsiteX0" fmla="*/ 47151 w 116779"/>
              <a:gd name="connsiteY0" fmla="*/ 20217 h 153033"/>
              <a:gd name="connsiteX1" fmla="*/ 0 w 116779"/>
              <a:gd name="connsiteY1" fmla="*/ 20217 h 153033"/>
              <a:gd name="connsiteX2" fmla="*/ 0 w 116779"/>
              <a:gd name="connsiteY2" fmla="*/ 0 h 153033"/>
              <a:gd name="connsiteX3" fmla="*/ 116780 w 116779"/>
              <a:gd name="connsiteY3" fmla="*/ 0 h 153033"/>
              <a:gd name="connsiteX4" fmla="*/ 116780 w 116779"/>
              <a:gd name="connsiteY4" fmla="*/ 20217 h 153033"/>
              <a:gd name="connsiteX5" fmla="*/ 69903 w 116779"/>
              <a:gd name="connsiteY5" fmla="*/ 20217 h 153033"/>
              <a:gd name="connsiteX6" fmla="*/ 69903 w 116779"/>
              <a:gd name="connsiteY6" fmla="*/ 153034 h 153033"/>
              <a:gd name="connsiteX7" fmla="*/ 47151 w 116779"/>
              <a:gd name="connsiteY7" fmla="*/ 153034 h 153033"/>
              <a:gd name="connsiteX8" fmla="*/ 47151 w 116779"/>
              <a:gd name="connsiteY8" fmla="*/ 20217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779" h="153033">
                <a:moveTo>
                  <a:pt x="47151" y="20217"/>
                </a:moveTo>
                <a:lnTo>
                  <a:pt x="0" y="20217"/>
                </a:lnTo>
                <a:lnTo>
                  <a:pt x="0" y="0"/>
                </a:lnTo>
                <a:lnTo>
                  <a:pt x="116780" y="0"/>
                </a:lnTo>
                <a:lnTo>
                  <a:pt x="116780" y="20217"/>
                </a:lnTo>
                <a:lnTo>
                  <a:pt x="69903" y="20217"/>
                </a:lnTo>
                <a:lnTo>
                  <a:pt x="69903" y="153034"/>
                </a:lnTo>
                <a:lnTo>
                  <a:pt x="47151" y="153034"/>
                </a:lnTo>
                <a:lnTo>
                  <a:pt x="47151" y="20217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C5FBB88-8E42-721C-5A28-275C7410BE71}"/>
              </a:ext>
            </a:extLst>
          </p:cNvPr>
          <p:cNvSpPr/>
          <p:nvPr/>
        </p:nvSpPr>
        <p:spPr>
          <a:xfrm>
            <a:off x="4790516" y="3685575"/>
            <a:ext cx="22752" cy="153033"/>
          </a:xfrm>
          <a:custGeom>
            <a:avLst/>
            <a:gdLst>
              <a:gd name="connsiteX0" fmla="*/ 0 w 22752"/>
              <a:gd name="connsiteY0" fmla="*/ 0 h 153033"/>
              <a:gd name="connsiteX1" fmla="*/ 22753 w 22752"/>
              <a:gd name="connsiteY1" fmla="*/ 0 h 153033"/>
              <a:gd name="connsiteX2" fmla="*/ 22753 w 22752"/>
              <a:gd name="connsiteY2" fmla="*/ 153034 h 153033"/>
              <a:gd name="connsiteX3" fmla="*/ 0 w 22752"/>
              <a:gd name="connsiteY3" fmla="*/ 153034 h 153033"/>
              <a:gd name="connsiteX4" fmla="*/ 0 w 22752"/>
              <a:gd name="connsiteY4" fmla="*/ 0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53033">
                <a:moveTo>
                  <a:pt x="0" y="0"/>
                </a:moveTo>
                <a:lnTo>
                  <a:pt x="22753" y="0"/>
                </a:ln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F4903CA5-E24B-DB90-FA35-55B40F42ECC2}"/>
              </a:ext>
            </a:extLst>
          </p:cNvPr>
          <p:cNvSpPr/>
          <p:nvPr/>
        </p:nvSpPr>
        <p:spPr>
          <a:xfrm>
            <a:off x="4847193" y="3685575"/>
            <a:ext cx="128841" cy="153033"/>
          </a:xfrm>
          <a:custGeom>
            <a:avLst/>
            <a:gdLst>
              <a:gd name="connsiteX0" fmla="*/ 22753 w 128841"/>
              <a:gd name="connsiteY0" fmla="*/ 35569 h 153033"/>
              <a:gd name="connsiteX1" fmla="*/ 22753 w 128841"/>
              <a:gd name="connsiteY1" fmla="*/ 153034 h 153033"/>
              <a:gd name="connsiteX2" fmla="*/ 0 w 128841"/>
              <a:gd name="connsiteY2" fmla="*/ 153034 h 153033"/>
              <a:gd name="connsiteX3" fmla="*/ 0 w 128841"/>
              <a:gd name="connsiteY3" fmla="*/ 0 h 153033"/>
              <a:gd name="connsiteX4" fmla="*/ 23438 w 128841"/>
              <a:gd name="connsiteY4" fmla="*/ 0 h 153033"/>
              <a:gd name="connsiteX5" fmla="*/ 106089 w 128841"/>
              <a:gd name="connsiteY5" fmla="*/ 114724 h 153033"/>
              <a:gd name="connsiteX6" fmla="*/ 106089 w 128841"/>
              <a:gd name="connsiteY6" fmla="*/ 0 h 153033"/>
              <a:gd name="connsiteX7" fmla="*/ 128842 w 128841"/>
              <a:gd name="connsiteY7" fmla="*/ 0 h 153033"/>
              <a:gd name="connsiteX8" fmla="*/ 128842 w 128841"/>
              <a:gd name="connsiteY8" fmla="*/ 153034 h 153033"/>
              <a:gd name="connsiteX9" fmla="*/ 106774 w 128841"/>
              <a:gd name="connsiteY9" fmla="*/ 153034 h 153033"/>
              <a:gd name="connsiteX10" fmla="*/ 22753 w 128841"/>
              <a:gd name="connsiteY10" fmla="*/ 35569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841" h="153033">
                <a:moveTo>
                  <a:pt x="22753" y="35569"/>
                </a:move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lnTo>
                  <a:pt x="23438" y="0"/>
                </a:lnTo>
                <a:lnTo>
                  <a:pt x="106089" y="114724"/>
                </a:lnTo>
                <a:lnTo>
                  <a:pt x="106089" y="0"/>
                </a:lnTo>
                <a:lnTo>
                  <a:pt x="128842" y="0"/>
                </a:lnTo>
                <a:lnTo>
                  <a:pt x="128842" y="153034"/>
                </a:lnTo>
                <a:lnTo>
                  <a:pt x="106774" y="153034"/>
                </a:lnTo>
                <a:lnTo>
                  <a:pt x="22753" y="35569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F7F810E8-4299-7482-7397-C336E0B93356}"/>
              </a:ext>
            </a:extLst>
          </p:cNvPr>
          <p:cNvSpPr/>
          <p:nvPr/>
        </p:nvSpPr>
        <p:spPr>
          <a:xfrm>
            <a:off x="5003311" y="3682971"/>
            <a:ext cx="140012" cy="158516"/>
          </a:xfrm>
          <a:custGeom>
            <a:avLst/>
            <a:gdLst>
              <a:gd name="connsiteX0" fmla="*/ 78813 w 140012"/>
              <a:gd name="connsiteY0" fmla="*/ 69 h 158516"/>
              <a:gd name="connsiteX1" fmla="*/ 138916 w 140012"/>
              <a:gd name="connsiteY1" fmla="*/ 30360 h 158516"/>
              <a:gd name="connsiteX2" fmla="*/ 120481 w 140012"/>
              <a:gd name="connsiteY2" fmla="*/ 41120 h 158516"/>
              <a:gd name="connsiteX3" fmla="*/ 78813 w 140012"/>
              <a:gd name="connsiteY3" fmla="*/ 20491 h 158516"/>
              <a:gd name="connsiteX4" fmla="*/ 23507 w 140012"/>
              <a:gd name="connsiteY4" fmla="*/ 79224 h 158516"/>
              <a:gd name="connsiteX5" fmla="*/ 78813 w 140012"/>
              <a:gd name="connsiteY5" fmla="*/ 138162 h 158516"/>
              <a:gd name="connsiteX6" fmla="*/ 117260 w 140012"/>
              <a:gd name="connsiteY6" fmla="*/ 123016 h 158516"/>
              <a:gd name="connsiteX7" fmla="*/ 117260 w 140012"/>
              <a:gd name="connsiteY7" fmla="*/ 95466 h 158516"/>
              <a:gd name="connsiteX8" fmla="*/ 68533 w 140012"/>
              <a:gd name="connsiteY8" fmla="*/ 95466 h 158516"/>
              <a:gd name="connsiteX9" fmla="*/ 68533 w 140012"/>
              <a:gd name="connsiteY9" fmla="*/ 75249 h 158516"/>
              <a:gd name="connsiteX10" fmla="*/ 140013 w 140012"/>
              <a:gd name="connsiteY10" fmla="*/ 75249 h 158516"/>
              <a:gd name="connsiteX11" fmla="*/ 140013 w 140012"/>
              <a:gd name="connsiteY11" fmla="*/ 131446 h 158516"/>
              <a:gd name="connsiteX12" fmla="*/ 78744 w 140012"/>
              <a:gd name="connsiteY12" fmla="*/ 158516 h 158516"/>
              <a:gd name="connsiteX13" fmla="*/ 0 w 140012"/>
              <a:gd name="connsiteY13" fmla="*/ 79155 h 158516"/>
              <a:gd name="connsiteX14" fmla="*/ 78744 w 140012"/>
              <a:gd name="connsiteY14" fmla="*/ 0 h 15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0012" h="158516">
                <a:moveTo>
                  <a:pt x="78813" y="69"/>
                </a:moveTo>
                <a:cubicBezTo>
                  <a:pt x="107254" y="69"/>
                  <a:pt x="126169" y="13158"/>
                  <a:pt x="138916" y="30360"/>
                </a:cubicBezTo>
                <a:lnTo>
                  <a:pt x="120481" y="41120"/>
                </a:lnTo>
                <a:cubicBezTo>
                  <a:pt x="111846" y="29401"/>
                  <a:pt x="96563" y="20491"/>
                  <a:pt x="78813" y="20491"/>
                </a:cubicBezTo>
                <a:cubicBezTo>
                  <a:pt x="47151" y="20491"/>
                  <a:pt x="23507" y="44820"/>
                  <a:pt x="23507" y="79224"/>
                </a:cubicBezTo>
                <a:cubicBezTo>
                  <a:pt x="23507" y="113627"/>
                  <a:pt x="47219" y="138162"/>
                  <a:pt x="78813" y="138162"/>
                </a:cubicBezTo>
                <a:cubicBezTo>
                  <a:pt x="95672" y="138162"/>
                  <a:pt x="109995" y="129870"/>
                  <a:pt x="117260" y="123016"/>
                </a:cubicBezTo>
                <a:lnTo>
                  <a:pt x="117260" y="95466"/>
                </a:lnTo>
                <a:lnTo>
                  <a:pt x="68533" y="95466"/>
                </a:lnTo>
                <a:lnTo>
                  <a:pt x="68533" y="75249"/>
                </a:lnTo>
                <a:lnTo>
                  <a:pt x="140013" y="75249"/>
                </a:lnTo>
                <a:lnTo>
                  <a:pt x="140013" y="131446"/>
                </a:lnTo>
                <a:cubicBezTo>
                  <a:pt x="125415" y="147757"/>
                  <a:pt x="104513" y="158516"/>
                  <a:pt x="78744" y="158516"/>
                </a:cubicBezTo>
                <a:cubicBezTo>
                  <a:pt x="35226" y="158516"/>
                  <a:pt x="0" y="126854"/>
                  <a:pt x="0" y="79155"/>
                </a:cubicBezTo>
                <a:cubicBezTo>
                  <a:pt x="0" y="31457"/>
                  <a:pt x="35294" y="0"/>
                  <a:pt x="78744" y="0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A4F5A05F-ACB1-3BF2-0942-C5ECCA9A11A9}"/>
              </a:ext>
            </a:extLst>
          </p:cNvPr>
          <p:cNvSpPr/>
          <p:nvPr/>
        </p:nvSpPr>
        <p:spPr>
          <a:xfrm>
            <a:off x="5224809" y="3683040"/>
            <a:ext cx="152965" cy="158310"/>
          </a:xfrm>
          <a:custGeom>
            <a:avLst/>
            <a:gdLst>
              <a:gd name="connsiteX0" fmla="*/ 76483 w 152965"/>
              <a:gd name="connsiteY0" fmla="*/ 0 h 158310"/>
              <a:gd name="connsiteX1" fmla="*/ 152965 w 152965"/>
              <a:gd name="connsiteY1" fmla="*/ 79155 h 158310"/>
              <a:gd name="connsiteX2" fmla="*/ 76483 w 152965"/>
              <a:gd name="connsiteY2" fmla="*/ 158311 h 158310"/>
              <a:gd name="connsiteX3" fmla="*/ 0 w 152965"/>
              <a:gd name="connsiteY3" fmla="*/ 79155 h 158310"/>
              <a:gd name="connsiteX4" fmla="*/ 76483 w 152965"/>
              <a:gd name="connsiteY4" fmla="*/ 0 h 158310"/>
              <a:gd name="connsiteX5" fmla="*/ 76483 w 152965"/>
              <a:gd name="connsiteY5" fmla="*/ 20423 h 158310"/>
              <a:gd name="connsiteX6" fmla="*/ 23438 w 152965"/>
              <a:gd name="connsiteY6" fmla="*/ 79155 h 158310"/>
              <a:gd name="connsiteX7" fmla="*/ 76483 w 152965"/>
              <a:gd name="connsiteY7" fmla="*/ 137888 h 158310"/>
              <a:gd name="connsiteX8" fmla="*/ 129527 w 152965"/>
              <a:gd name="connsiteY8" fmla="*/ 79155 h 158310"/>
              <a:gd name="connsiteX9" fmla="*/ 76483 w 152965"/>
              <a:gd name="connsiteY9" fmla="*/ 20423 h 1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2965" h="158310">
                <a:moveTo>
                  <a:pt x="76483" y="0"/>
                </a:moveTo>
                <a:cubicBezTo>
                  <a:pt x="121783" y="0"/>
                  <a:pt x="152965" y="33718"/>
                  <a:pt x="152965" y="79155"/>
                </a:cubicBezTo>
                <a:cubicBezTo>
                  <a:pt x="152965" y="124593"/>
                  <a:pt x="121783" y="158311"/>
                  <a:pt x="76483" y="158311"/>
                </a:cubicBezTo>
                <a:cubicBezTo>
                  <a:pt x="31182" y="158311"/>
                  <a:pt x="0" y="124593"/>
                  <a:pt x="0" y="79155"/>
                </a:cubicBezTo>
                <a:cubicBezTo>
                  <a:pt x="0" y="33718"/>
                  <a:pt x="31182" y="0"/>
                  <a:pt x="76483" y="0"/>
                </a:cubicBezTo>
                <a:close/>
                <a:moveTo>
                  <a:pt x="76483" y="20423"/>
                </a:moveTo>
                <a:cubicBezTo>
                  <a:pt x="43929" y="20423"/>
                  <a:pt x="23438" y="45437"/>
                  <a:pt x="23438" y="79155"/>
                </a:cubicBezTo>
                <a:cubicBezTo>
                  <a:pt x="23438" y="112873"/>
                  <a:pt x="43929" y="137888"/>
                  <a:pt x="76483" y="137888"/>
                </a:cubicBezTo>
                <a:cubicBezTo>
                  <a:pt x="109036" y="137888"/>
                  <a:pt x="129527" y="112668"/>
                  <a:pt x="129527" y="79155"/>
                </a:cubicBezTo>
                <a:cubicBezTo>
                  <a:pt x="129527" y="45643"/>
                  <a:pt x="108556" y="20423"/>
                  <a:pt x="76483" y="20423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ADDD7C9-03C6-A168-F788-8336A871F0F4}"/>
              </a:ext>
            </a:extLst>
          </p:cNvPr>
          <p:cNvSpPr/>
          <p:nvPr/>
        </p:nvSpPr>
        <p:spPr>
          <a:xfrm>
            <a:off x="5405324" y="3685507"/>
            <a:ext cx="112462" cy="153033"/>
          </a:xfrm>
          <a:custGeom>
            <a:avLst/>
            <a:gdLst>
              <a:gd name="connsiteX0" fmla="*/ 0 w 112462"/>
              <a:gd name="connsiteY0" fmla="*/ 68 h 153033"/>
              <a:gd name="connsiteX1" fmla="*/ 63941 w 112462"/>
              <a:gd name="connsiteY1" fmla="*/ 68 h 153033"/>
              <a:gd name="connsiteX2" fmla="*/ 112462 w 112462"/>
              <a:gd name="connsiteY2" fmla="*/ 47082 h 153033"/>
              <a:gd name="connsiteX3" fmla="*/ 63941 w 112462"/>
              <a:gd name="connsiteY3" fmla="*/ 94095 h 153033"/>
              <a:gd name="connsiteX4" fmla="*/ 22753 w 112462"/>
              <a:gd name="connsiteY4" fmla="*/ 94095 h 153033"/>
              <a:gd name="connsiteX5" fmla="*/ 22753 w 112462"/>
              <a:gd name="connsiteY5" fmla="*/ 153034 h 153033"/>
              <a:gd name="connsiteX6" fmla="*/ 0 w 112462"/>
              <a:gd name="connsiteY6" fmla="*/ 153034 h 153033"/>
              <a:gd name="connsiteX7" fmla="*/ 0 w 112462"/>
              <a:gd name="connsiteY7" fmla="*/ 0 h 153033"/>
              <a:gd name="connsiteX8" fmla="*/ 60994 w 112462"/>
              <a:gd name="connsiteY8" fmla="*/ 20286 h 153033"/>
              <a:gd name="connsiteX9" fmla="*/ 22753 w 112462"/>
              <a:gd name="connsiteY9" fmla="*/ 20286 h 153033"/>
              <a:gd name="connsiteX10" fmla="*/ 22753 w 112462"/>
              <a:gd name="connsiteY10" fmla="*/ 73947 h 153033"/>
              <a:gd name="connsiteX11" fmla="*/ 60994 w 112462"/>
              <a:gd name="connsiteY11" fmla="*/ 73947 h 153033"/>
              <a:gd name="connsiteX12" fmla="*/ 89024 w 112462"/>
              <a:gd name="connsiteY12" fmla="*/ 47082 h 153033"/>
              <a:gd name="connsiteX13" fmla="*/ 60994 w 112462"/>
              <a:gd name="connsiteY13" fmla="*/ 20217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2462" h="153033">
                <a:moveTo>
                  <a:pt x="0" y="68"/>
                </a:moveTo>
                <a:lnTo>
                  <a:pt x="63941" y="68"/>
                </a:lnTo>
                <a:cubicBezTo>
                  <a:pt x="95124" y="68"/>
                  <a:pt x="112462" y="21656"/>
                  <a:pt x="112462" y="47082"/>
                </a:cubicBezTo>
                <a:cubicBezTo>
                  <a:pt x="112462" y="72508"/>
                  <a:pt x="94918" y="94095"/>
                  <a:pt x="63941" y="94095"/>
                </a:cubicBezTo>
                <a:lnTo>
                  <a:pt x="22753" y="94095"/>
                </a:ln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close/>
                <a:moveTo>
                  <a:pt x="60994" y="20286"/>
                </a:moveTo>
                <a:lnTo>
                  <a:pt x="22753" y="20286"/>
                </a:lnTo>
                <a:lnTo>
                  <a:pt x="22753" y="73947"/>
                </a:lnTo>
                <a:lnTo>
                  <a:pt x="60994" y="73947"/>
                </a:lnTo>
                <a:cubicBezTo>
                  <a:pt x="77373" y="73947"/>
                  <a:pt x="89024" y="63187"/>
                  <a:pt x="89024" y="47082"/>
                </a:cubicBezTo>
                <a:cubicBezTo>
                  <a:pt x="89024" y="30977"/>
                  <a:pt x="77442" y="20217"/>
                  <a:pt x="60994" y="20217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5A97C51E-E3C4-BFC8-6E53-48BC4C36FCD2}"/>
              </a:ext>
            </a:extLst>
          </p:cNvPr>
          <p:cNvSpPr/>
          <p:nvPr/>
        </p:nvSpPr>
        <p:spPr>
          <a:xfrm>
            <a:off x="5541225" y="3685507"/>
            <a:ext cx="112462" cy="153033"/>
          </a:xfrm>
          <a:custGeom>
            <a:avLst/>
            <a:gdLst>
              <a:gd name="connsiteX0" fmla="*/ 0 w 112462"/>
              <a:gd name="connsiteY0" fmla="*/ 68 h 153033"/>
              <a:gd name="connsiteX1" fmla="*/ 63941 w 112462"/>
              <a:gd name="connsiteY1" fmla="*/ 68 h 153033"/>
              <a:gd name="connsiteX2" fmla="*/ 112462 w 112462"/>
              <a:gd name="connsiteY2" fmla="*/ 47082 h 153033"/>
              <a:gd name="connsiteX3" fmla="*/ 63941 w 112462"/>
              <a:gd name="connsiteY3" fmla="*/ 94095 h 153033"/>
              <a:gd name="connsiteX4" fmla="*/ 22753 w 112462"/>
              <a:gd name="connsiteY4" fmla="*/ 94095 h 153033"/>
              <a:gd name="connsiteX5" fmla="*/ 22753 w 112462"/>
              <a:gd name="connsiteY5" fmla="*/ 153034 h 153033"/>
              <a:gd name="connsiteX6" fmla="*/ 0 w 112462"/>
              <a:gd name="connsiteY6" fmla="*/ 153034 h 153033"/>
              <a:gd name="connsiteX7" fmla="*/ 0 w 112462"/>
              <a:gd name="connsiteY7" fmla="*/ 0 h 153033"/>
              <a:gd name="connsiteX8" fmla="*/ 60994 w 112462"/>
              <a:gd name="connsiteY8" fmla="*/ 20286 h 153033"/>
              <a:gd name="connsiteX9" fmla="*/ 22753 w 112462"/>
              <a:gd name="connsiteY9" fmla="*/ 20286 h 153033"/>
              <a:gd name="connsiteX10" fmla="*/ 22753 w 112462"/>
              <a:gd name="connsiteY10" fmla="*/ 73947 h 153033"/>
              <a:gd name="connsiteX11" fmla="*/ 60994 w 112462"/>
              <a:gd name="connsiteY11" fmla="*/ 73947 h 153033"/>
              <a:gd name="connsiteX12" fmla="*/ 89024 w 112462"/>
              <a:gd name="connsiteY12" fmla="*/ 47082 h 153033"/>
              <a:gd name="connsiteX13" fmla="*/ 60994 w 112462"/>
              <a:gd name="connsiteY13" fmla="*/ 20217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2462" h="153033">
                <a:moveTo>
                  <a:pt x="0" y="68"/>
                </a:moveTo>
                <a:lnTo>
                  <a:pt x="63941" y="68"/>
                </a:lnTo>
                <a:cubicBezTo>
                  <a:pt x="95123" y="68"/>
                  <a:pt x="112462" y="21656"/>
                  <a:pt x="112462" y="47082"/>
                </a:cubicBezTo>
                <a:cubicBezTo>
                  <a:pt x="112462" y="72508"/>
                  <a:pt x="94918" y="94095"/>
                  <a:pt x="63941" y="94095"/>
                </a:cubicBezTo>
                <a:lnTo>
                  <a:pt x="22753" y="94095"/>
                </a:ln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close/>
                <a:moveTo>
                  <a:pt x="60994" y="20286"/>
                </a:moveTo>
                <a:lnTo>
                  <a:pt x="22753" y="20286"/>
                </a:lnTo>
                <a:lnTo>
                  <a:pt x="22753" y="73947"/>
                </a:lnTo>
                <a:lnTo>
                  <a:pt x="60994" y="73947"/>
                </a:lnTo>
                <a:cubicBezTo>
                  <a:pt x="77373" y="73947"/>
                  <a:pt x="89024" y="63187"/>
                  <a:pt x="89024" y="47082"/>
                </a:cubicBezTo>
                <a:cubicBezTo>
                  <a:pt x="89024" y="30977"/>
                  <a:pt x="77442" y="20217"/>
                  <a:pt x="60994" y="20217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33BF4EF-DBD5-904C-8E7C-05A4B8250A1A}"/>
              </a:ext>
            </a:extLst>
          </p:cNvPr>
          <p:cNvSpPr/>
          <p:nvPr/>
        </p:nvSpPr>
        <p:spPr>
          <a:xfrm>
            <a:off x="5670752" y="3683040"/>
            <a:ext cx="152965" cy="158310"/>
          </a:xfrm>
          <a:custGeom>
            <a:avLst/>
            <a:gdLst>
              <a:gd name="connsiteX0" fmla="*/ 76483 w 152965"/>
              <a:gd name="connsiteY0" fmla="*/ 0 h 158310"/>
              <a:gd name="connsiteX1" fmla="*/ 152965 w 152965"/>
              <a:gd name="connsiteY1" fmla="*/ 79155 h 158310"/>
              <a:gd name="connsiteX2" fmla="*/ 76483 w 152965"/>
              <a:gd name="connsiteY2" fmla="*/ 158311 h 158310"/>
              <a:gd name="connsiteX3" fmla="*/ 0 w 152965"/>
              <a:gd name="connsiteY3" fmla="*/ 79155 h 158310"/>
              <a:gd name="connsiteX4" fmla="*/ 76483 w 152965"/>
              <a:gd name="connsiteY4" fmla="*/ 0 h 158310"/>
              <a:gd name="connsiteX5" fmla="*/ 76483 w 152965"/>
              <a:gd name="connsiteY5" fmla="*/ 20423 h 158310"/>
              <a:gd name="connsiteX6" fmla="*/ 23438 w 152965"/>
              <a:gd name="connsiteY6" fmla="*/ 79155 h 158310"/>
              <a:gd name="connsiteX7" fmla="*/ 76483 w 152965"/>
              <a:gd name="connsiteY7" fmla="*/ 137888 h 158310"/>
              <a:gd name="connsiteX8" fmla="*/ 129527 w 152965"/>
              <a:gd name="connsiteY8" fmla="*/ 79155 h 158310"/>
              <a:gd name="connsiteX9" fmla="*/ 76483 w 152965"/>
              <a:gd name="connsiteY9" fmla="*/ 20423 h 1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2965" h="158310">
                <a:moveTo>
                  <a:pt x="76483" y="0"/>
                </a:moveTo>
                <a:cubicBezTo>
                  <a:pt x="121783" y="0"/>
                  <a:pt x="152965" y="33718"/>
                  <a:pt x="152965" y="79155"/>
                </a:cubicBezTo>
                <a:cubicBezTo>
                  <a:pt x="152965" y="124593"/>
                  <a:pt x="121783" y="158311"/>
                  <a:pt x="76483" y="158311"/>
                </a:cubicBezTo>
                <a:cubicBezTo>
                  <a:pt x="31182" y="158311"/>
                  <a:pt x="0" y="124593"/>
                  <a:pt x="0" y="79155"/>
                </a:cubicBezTo>
                <a:cubicBezTo>
                  <a:pt x="0" y="33718"/>
                  <a:pt x="31182" y="0"/>
                  <a:pt x="76483" y="0"/>
                </a:cubicBezTo>
                <a:close/>
                <a:moveTo>
                  <a:pt x="76483" y="20423"/>
                </a:moveTo>
                <a:cubicBezTo>
                  <a:pt x="43930" y="20423"/>
                  <a:pt x="23438" y="45437"/>
                  <a:pt x="23438" y="79155"/>
                </a:cubicBezTo>
                <a:cubicBezTo>
                  <a:pt x="23438" y="112873"/>
                  <a:pt x="43930" y="137888"/>
                  <a:pt x="76483" y="137888"/>
                </a:cubicBezTo>
                <a:cubicBezTo>
                  <a:pt x="109036" y="137888"/>
                  <a:pt x="129527" y="112668"/>
                  <a:pt x="129527" y="79155"/>
                </a:cubicBezTo>
                <a:cubicBezTo>
                  <a:pt x="129527" y="45643"/>
                  <a:pt x="108556" y="20423"/>
                  <a:pt x="76483" y="20423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8EB66170-A507-752B-7E8C-9BECD43E2FA0}"/>
              </a:ext>
            </a:extLst>
          </p:cNvPr>
          <p:cNvSpPr/>
          <p:nvPr/>
        </p:nvSpPr>
        <p:spPr>
          <a:xfrm>
            <a:off x="5851267" y="3685575"/>
            <a:ext cx="113832" cy="153033"/>
          </a:xfrm>
          <a:custGeom>
            <a:avLst/>
            <a:gdLst>
              <a:gd name="connsiteX0" fmla="*/ 51194 w 113832"/>
              <a:gd name="connsiteY0" fmla="*/ 94096 h 153033"/>
              <a:gd name="connsiteX1" fmla="*/ 22753 w 113832"/>
              <a:gd name="connsiteY1" fmla="*/ 94096 h 153033"/>
              <a:gd name="connsiteX2" fmla="*/ 22753 w 113832"/>
              <a:gd name="connsiteY2" fmla="*/ 153034 h 153033"/>
              <a:gd name="connsiteX3" fmla="*/ 0 w 113832"/>
              <a:gd name="connsiteY3" fmla="*/ 153034 h 153033"/>
              <a:gd name="connsiteX4" fmla="*/ 0 w 113832"/>
              <a:gd name="connsiteY4" fmla="*/ 0 h 153033"/>
              <a:gd name="connsiteX5" fmla="*/ 63941 w 113832"/>
              <a:gd name="connsiteY5" fmla="*/ 0 h 153033"/>
              <a:gd name="connsiteX6" fmla="*/ 112668 w 113832"/>
              <a:gd name="connsiteY6" fmla="*/ 47013 h 153033"/>
              <a:gd name="connsiteX7" fmla="*/ 74906 w 113832"/>
              <a:gd name="connsiteY7" fmla="*/ 91765 h 153033"/>
              <a:gd name="connsiteX8" fmla="*/ 113833 w 113832"/>
              <a:gd name="connsiteY8" fmla="*/ 153034 h 153033"/>
              <a:gd name="connsiteX9" fmla="*/ 87448 w 113832"/>
              <a:gd name="connsiteY9" fmla="*/ 153034 h 153033"/>
              <a:gd name="connsiteX10" fmla="*/ 51262 w 113832"/>
              <a:gd name="connsiteY10" fmla="*/ 94096 h 153033"/>
              <a:gd name="connsiteX11" fmla="*/ 60994 w 113832"/>
              <a:gd name="connsiteY11" fmla="*/ 20217 h 153033"/>
              <a:gd name="connsiteX12" fmla="*/ 22753 w 113832"/>
              <a:gd name="connsiteY12" fmla="*/ 20217 h 153033"/>
              <a:gd name="connsiteX13" fmla="*/ 22753 w 113832"/>
              <a:gd name="connsiteY13" fmla="*/ 73878 h 153033"/>
              <a:gd name="connsiteX14" fmla="*/ 60994 w 113832"/>
              <a:gd name="connsiteY14" fmla="*/ 73878 h 153033"/>
              <a:gd name="connsiteX15" fmla="*/ 89230 w 113832"/>
              <a:gd name="connsiteY15" fmla="*/ 47013 h 153033"/>
              <a:gd name="connsiteX16" fmla="*/ 60994 w 113832"/>
              <a:gd name="connsiteY16" fmla="*/ 20149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3832" h="153033">
                <a:moveTo>
                  <a:pt x="51194" y="94096"/>
                </a:moveTo>
                <a:lnTo>
                  <a:pt x="22753" y="94096"/>
                </a:ln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lnTo>
                  <a:pt x="63941" y="0"/>
                </a:lnTo>
                <a:cubicBezTo>
                  <a:pt x="92862" y="0"/>
                  <a:pt x="112668" y="18778"/>
                  <a:pt x="112668" y="47013"/>
                </a:cubicBezTo>
                <a:cubicBezTo>
                  <a:pt x="112668" y="75249"/>
                  <a:pt x="94233" y="89230"/>
                  <a:pt x="74906" y="91765"/>
                </a:cubicBezTo>
                <a:lnTo>
                  <a:pt x="113833" y="153034"/>
                </a:lnTo>
                <a:lnTo>
                  <a:pt x="87448" y="153034"/>
                </a:lnTo>
                <a:lnTo>
                  <a:pt x="51262" y="94096"/>
                </a:lnTo>
                <a:close/>
                <a:moveTo>
                  <a:pt x="60994" y="20217"/>
                </a:moveTo>
                <a:lnTo>
                  <a:pt x="22753" y="20217"/>
                </a:lnTo>
                <a:lnTo>
                  <a:pt x="22753" y="73878"/>
                </a:lnTo>
                <a:lnTo>
                  <a:pt x="60994" y="73878"/>
                </a:lnTo>
                <a:cubicBezTo>
                  <a:pt x="77373" y="73878"/>
                  <a:pt x="89230" y="63119"/>
                  <a:pt x="89230" y="47013"/>
                </a:cubicBezTo>
                <a:cubicBezTo>
                  <a:pt x="89230" y="30908"/>
                  <a:pt x="77373" y="20149"/>
                  <a:pt x="60994" y="20149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C6881706-BA6F-F7A7-AD03-9CEBB8EF36DC}"/>
              </a:ext>
            </a:extLst>
          </p:cNvPr>
          <p:cNvSpPr/>
          <p:nvPr/>
        </p:nvSpPr>
        <p:spPr>
          <a:xfrm>
            <a:off x="5979629" y="3685575"/>
            <a:ext cx="116779" cy="153033"/>
          </a:xfrm>
          <a:custGeom>
            <a:avLst/>
            <a:gdLst>
              <a:gd name="connsiteX0" fmla="*/ 47151 w 116779"/>
              <a:gd name="connsiteY0" fmla="*/ 20217 h 153033"/>
              <a:gd name="connsiteX1" fmla="*/ 0 w 116779"/>
              <a:gd name="connsiteY1" fmla="*/ 20217 h 153033"/>
              <a:gd name="connsiteX2" fmla="*/ 0 w 116779"/>
              <a:gd name="connsiteY2" fmla="*/ 0 h 153033"/>
              <a:gd name="connsiteX3" fmla="*/ 116780 w 116779"/>
              <a:gd name="connsiteY3" fmla="*/ 0 h 153033"/>
              <a:gd name="connsiteX4" fmla="*/ 116780 w 116779"/>
              <a:gd name="connsiteY4" fmla="*/ 20217 h 153033"/>
              <a:gd name="connsiteX5" fmla="*/ 69904 w 116779"/>
              <a:gd name="connsiteY5" fmla="*/ 20217 h 153033"/>
              <a:gd name="connsiteX6" fmla="*/ 69904 w 116779"/>
              <a:gd name="connsiteY6" fmla="*/ 153034 h 153033"/>
              <a:gd name="connsiteX7" fmla="*/ 47151 w 116779"/>
              <a:gd name="connsiteY7" fmla="*/ 153034 h 153033"/>
              <a:gd name="connsiteX8" fmla="*/ 47151 w 116779"/>
              <a:gd name="connsiteY8" fmla="*/ 20217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779" h="153033">
                <a:moveTo>
                  <a:pt x="47151" y="20217"/>
                </a:moveTo>
                <a:lnTo>
                  <a:pt x="0" y="20217"/>
                </a:lnTo>
                <a:lnTo>
                  <a:pt x="0" y="0"/>
                </a:lnTo>
                <a:lnTo>
                  <a:pt x="116780" y="0"/>
                </a:lnTo>
                <a:lnTo>
                  <a:pt x="116780" y="20217"/>
                </a:lnTo>
                <a:lnTo>
                  <a:pt x="69904" y="20217"/>
                </a:lnTo>
                <a:lnTo>
                  <a:pt x="69904" y="153034"/>
                </a:lnTo>
                <a:lnTo>
                  <a:pt x="47151" y="153034"/>
                </a:lnTo>
                <a:lnTo>
                  <a:pt x="47151" y="20217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2A3827EA-D15A-67DD-813E-F11387A71158}"/>
              </a:ext>
            </a:extLst>
          </p:cNvPr>
          <p:cNvSpPr/>
          <p:nvPr/>
        </p:nvSpPr>
        <p:spPr>
          <a:xfrm>
            <a:off x="6120121" y="3685575"/>
            <a:ext cx="127745" cy="155774"/>
          </a:xfrm>
          <a:custGeom>
            <a:avLst/>
            <a:gdLst>
              <a:gd name="connsiteX0" fmla="*/ 0 w 127745"/>
              <a:gd name="connsiteY0" fmla="*/ 0 h 155774"/>
              <a:gd name="connsiteX1" fmla="*/ 23027 w 127745"/>
              <a:gd name="connsiteY1" fmla="*/ 0 h 155774"/>
              <a:gd name="connsiteX2" fmla="*/ 23027 w 127745"/>
              <a:gd name="connsiteY2" fmla="*/ 92451 h 155774"/>
              <a:gd name="connsiteX3" fmla="*/ 64010 w 127745"/>
              <a:gd name="connsiteY3" fmla="*/ 135352 h 155774"/>
              <a:gd name="connsiteX4" fmla="*/ 104787 w 127745"/>
              <a:gd name="connsiteY4" fmla="*/ 92451 h 155774"/>
              <a:gd name="connsiteX5" fmla="*/ 104787 w 127745"/>
              <a:gd name="connsiteY5" fmla="*/ 0 h 155774"/>
              <a:gd name="connsiteX6" fmla="*/ 127745 w 127745"/>
              <a:gd name="connsiteY6" fmla="*/ 0 h 155774"/>
              <a:gd name="connsiteX7" fmla="*/ 127745 w 127745"/>
              <a:gd name="connsiteY7" fmla="*/ 92930 h 155774"/>
              <a:gd name="connsiteX8" fmla="*/ 64010 w 127745"/>
              <a:gd name="connsiteY8" fmla="*/ 155775 h 155774"/>
              <a:gd name="connsiteX9" fmla="*/ 0 w 127745"/>
              <a:gd name="connsiteY9" fmla="*/ 93136 h 155774"/>
              <a:gd name="connsiteX10" fmla="*/ 0 w 127745"/>
              <a:gd name="connsiteY10" fmla="*/ 0 h 15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7745" h="155774">
                <a:moveTo>
                  <a:pt x="0" y="0"/>
                </a:moveTo>
                <a:lnTo>
                  <a:pt x="23027" y="0"/>
                </a:lnTo>
                <a:lnTo>
                  <a:pt x="23027" y="92451"/>
                </a:lnTo>
                <a:cubicBezTo>
                  <a:pt x="23027" y="118630"/>
                  <a:pt x="37350" y="135352"/>
                  <a:pt x="64010" y="135352"/>
                </a:cubicBezTo>
                <a:cubicBezTo>
                  <a:pt x="90669" y="135352"/>
                  <a:pt x="104787" y="118630"/>
                  <a:pt x="104787" y="92451"/>
                </a:cubicBezTo>
                <a:lnTo>
                  <a:pt x="104787" y="0"/>
                </a:lnTo>
                <a:lnTo>
                  <a:pt x="127745" y="0"/>
                </a:lnTo>
                <a:lnTo>
                  <a:pt x="127745" y="92930"/>
                </a:lnTo>
                <a:cubicBezTo>
                  <a:pt x="127745" y="131035"/>
                  <a:pt x="106569" y="155775"/>
                  <a:pt x="64010" y="155775"/>
                </a:cubicBezTo>
                <a:cubicBezTo>
                  <a:pt x="21451" y="155775"/>
                  <a:pt x="0" y="130761"/>
                  <a:pt x="0" y="931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F138B4FF-45C1-15CC-99D3-58D513F9E435}"/>
              </a:ext>
            </a:extLst>
          </p:cNvPr>
          <p:cNvSpPr/>
          <p:nvPr/>
        </p:nvSpPr>
        <p:spPr>
          <a:xfrm>
            <a:off x="6281721" y="3685575"/>
            <a:ext cx="128841" cy="153033"/>
          </a:xfrm>
          <a:custGeom>
            <a:avLst/>
            <a:gdLst>
              <a:gd name="connsiteX0" fmla="*/ 22753 w 128841"/>
              <a:gd name="connsiteY0" fmla="*/ 35569 h 153033"/>
              <a:gd name="connsiteX1" fmla="*/ 22753 w 128841"/>
              <a:gd name="connsiteY1" fmla="*/ 153034 h 153033"/>
              <a:gd name="connsiteX2" fmla="*/ 0 w 128841"/>
              <a:gd name="connsiteY2" fmla="*/ 153034 h 153033"/>
              <a:gd name="connsiteX3" fmla="*/ 0 w 128841"/>
              <a:gd name="connsiteY3" fmla="*/ 0 h 153033"/>
              <a:gd name="connsiteX4" fmla="*/ 23438 w 128841"/>
              <a:gd name="connsiteY4" fmla="*/ 0 h 153033"/>
              <a:gd name="connsiteX5" fmla="*/ 106089 w 128841"/>
              <a:gd name="connsiteY5" fmla="*/ 114724 h 153033"/>
              <a:gd name="connsiteX6" fmla="*/ 106089 w 128841"/>
              <a:gd name="connsiteY6" fmla="*/ 0 h 153033"/>
              <a:gd name="connsiteX7" fmla="*/ 128842 w 128841"/>
              <a:gd name="connsiteY7" fmla="*/ 0 h 153033"/>
              <a:gd name="connsiteX8" fmla="*/ 128842 w 128841"/>
              <a:gd name="connsiteY8" fmla="*/ 153034 h 153033"/>
              <a:gd name="connsiteX9" fmla="*/ 106774 w 128841"/>
              <a:gd name="connsiteY9" fmla="*/ 153034 h 153033"/>
              <a:gd name="connsiteX10" fmla="*/ 22753 w 128841"/>
              <a:gd name="connsiteY10" fmla="*/ 35569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841" h="153033">
                <a:moveTo>
                  <a:pt x="22753" y="35569"/>
                </a:move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lnTo>
                  <a:pt x="23438" y="0"/>
                </a:lnTo>
                <a:lnTo>
                  <a:pt x="106089" y="114724"/>
                </a:lnTo>
                <a:lnTo>
                  <a:pt x="106089" y="0"/>
                </a:lnTo>
                <a:lnTo>
                  <a:pt x="128842" y="0"/>
                </a:lnTo>
                <a:lnTo>
                  <a:pt x="128842" y="153034"/>
                </a:lnTo>
                <a:lnTo>
                  <a:pt x="106774" y="153034"/>
                </a:lnTo>
                <a:lnTo>
                  <a:pt x="22753" y="35569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39C9CE07-068D-438A-39D6-E5521F61F26E}"/>
              </a:ext>
            </a:extLst>
          </p:cNvPr>
          <p:cNvSpPr/>
          <p:nvPr/>
        </p:nvSpPr>
        <p:spPr>
          <a:xfrm>
            <a:off x="6444281" y="3685575"/>
            <a:ext cx="22752" cy="153033"/>
          </a:xfrm>
          <a:custGeom>
            <a:avLst/>
            <a:gdLst>
              <a:gd name="connsiteX0" fmla="*/ 0 w 22752"/>
              <a:gd name="connsiteY0" fmla="*/ 0 h 153033"/>
              <a:gd name="connsiteX1" fmla="*/ 22753 w 22752"/>
              <a:gd name="connsiteY1" fmla="*/ 0 h 153033"/>
              <a:gd name="connsiteX2" fmla="*/ 22753 w 22752"/>
              <a:gd name="connsiteY2" fmla="*/ 153034 h 153033"/>
              <a:gd name="connsiteX3" fmla="*/ 0 w 22752"/>
              <a:gd name="connsiteY3" fmla="*/ 153034 h 153033"/>
              <a:gd name="connsiteX4" fmla="*/ 0 w 22752"/>
              <a:gd name="connsiteY4" fmla="*/ 0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53033">
                <a:moveTo>
                  <a:pt x="0" y="0"/>
                </a:moveTo>
                <a:lnTo>
                  <a:pt x="22753" y="0"/>
                </a:ln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36636CB0-32E6-3D73-85D2-9363E12DE848}"/>
              </a:ext>
            </a:extLst>
          </p:cNvPr>
          <p:cNvSpPr/>
          <p:nvPr/>
        </p:nvSpPr>
        <p:spPr>
          <a:xfrm>
            <a:off x="6490883" y="3685575"/>
            <a:ext cx="116779" cy="153033"/>
          </a:xfrm>
          <a:custGeom>
            <a:avLst/>
            <a:gdLst>
              <a:gd name="connsiteX0" fmla="*/ 47151 w 116779"/>
              <a:gd name="connsiteY0" fmla="*/ 20217 h 153033"/>
              <a:gd name="connsiteX1" fmla="*/ 0 w 116779"/>
              <a:gd name="connsiteY1" fmla="*/ 20217 h 153033"/>
              <a:gd name="connsiteX2" fmla="*/ 0 w 116779"/>
              <a:gd name="connsiteY2" fmla="*/ 0 h 153033"/>
              <a:gd name="connsiteX3" fmla="*/ 116780 w 116779"/>
              <a:gd name="connsiteY3" fmla="*/ 0 h 153033"/>
              <a:gd name="connsiteX4" fmla="*/ 116780 w 116779"/>
              <a:gd name="connsiteY4" fmla="*/ 20217 h 153033"/>
              <a:gd name="connsiteX5" fmla="*/ 69904 w 116779"/>
              <a:gd name="connsiteY5" fmla="*/ 20217 h 153033"/>
              <a:gd name="connsiteX6" fmla="*/ 69904 w 116779"/>
              <a:gd name="connsiteY6" fmla="*/ 153034 h 153033"/>
              <a:gd name="connsiteX7" fmla="*/ 47151 w 116779"/>
              <a:gd name="connsiteY7" fmla="*/ 153034 h 153033"/>
              <a:gd name="connsiteX8" fmla="*/ 47151 w 116779"/>
              <a:gd name="connsiteY8" fmla="*/ 20217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779" h="153033">
                <a:moveTo>
                  <a:pt x="47151" y="20217"/>
                </a:moveTo>
                <a:lnTo>
                  <a:pt x="0" y="20217"/>
                </a:lnTo>
                <a:lnTo>
                  <a:pt x="0" y="0"/>
                </a:lnTo>
                <a:lnTo>
                  <a:pt x="116780" y="0"/>
                </a:lnTo>
                <a:lnTo>
                  <a:pt x="116780" y="20217"/>
                </a:lnTo>
                <a:lnTo>
                  <a:pt x="69904" y="20217"/>
                </a:lnTo>
                <a:lnTo>
                  <a:pt x="69904" y="153034"/>
                </a:lnTo>
                <a:lnTo>
                  <a:pt x="47151" y="153034"/>
                </a:lnTo>
                <a:lnTo>
                  <a:pt x="47151" y="20217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72F3C662-8AAE-5846-882D-E1CF1987AEAA}"/>
              </a:ext>
            </a:extLst>
          </p:cNvPr>
          <p:cNvSpPr/>
          <p:nvPr/>
        </p:nvSpPr>
        <p:spPr>
          <a:xfrm>
            <a:off x="6631376" y="3685575"/>
            <a:ext cx="22752" cy="153033"/>
          </a:xfrm>
          <a:custGeom>
            <a:avLst/>
            <a:gdLst>
              <a:gd name="connsiteX0" fmla="*/ 0 w 22752"/>
              <a:gd name="connsiteY0" fmla="*/ 0 h 153033"/>
              <a:gd name="connsiteX1" fmla="*/ 22753 w 22752"/>
              <a:gd name="connsiteY1" fmla="*/ 0 h 153033"/>
              <a:gd name="connsiteX2" fmla="*/ 22753 w 22752"/>
              <a:gd name="connsiteY2" fmla="*/ 153034 h 153033"/>
              <a:gd name="connsiteX3" fmla="*/ 0 w 22752"/>
              <a:gd name="connsiteY3" fmla="*/ 153034 h 153033"/>
              <a:gd name="connsiteX4" fmla="*/ 0 w 22752"/>
              <a:gd name="connsiteY4" fmla="*/ 0 h 15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53033">
                <a:moveTo>
                  <a:pt x="0" y="0"/>
                </a:moveTo>
                <a:lnTo>
                  <a:pt x="22753" y="0"/>
                </a:lnTo>
                <a:lnTo>
                  <a:pt x="22753" y="153034"/>
                </a:lnTo>
                <a:lnTo>
                  <a:pt x="0" y="15303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D74AC1B3-92CB-8EFC-3747-DEF35C976E3C}"/>
              </a:ext>
            </a:extLst>
          </p:cNvPr>
          <p:cNvSpPr/>
          <p:nvPr/>
        </p:nvSpPr>
        <p:spPr>
          <a:xfrm>
            <a:off x="6688052" y="3685575"/>
            <a:ext cx="101976" cy="153102"/>
          </a:xfrm>
          <a:custGeom>
            <a:avLst/>
            <a:gdLst>
              <a:gd name="connsiteX0" fmla="*/ 0 w 101976"/>
              <a:gd name="connsiteY0" fmla="*/ 0 h 153102"/>
              <a:gd name="connsiteX1" fmla="*/ 101977 w 101976"/>
              <a:gd name="connsiteY1" fmla="*/ 0 h 153102"/>
              <a:gd name="connsiteX2" fmla="*/ 101977 w 101976"/>
              <a:gd name="connsiteY2" fmla="*/ 20217 h 153102"/>
              <a:gd name="connsiteX3" fmla="*/ 22753 w 101976"/>
              <a:gd name="connsiteY3" fmla="*/ 20217 h 153102"/>
              <a:gd name="connsiteX4" fmla="*/ 22753 w 101976"/>
              <a:gd name="connsiteY4" fmla="*/ 64969 h 153102"/>
              <a:gd name="connsiteX5" fmla="*/ 100400 w 101976"/>
              <a:gd name="connsiteY5" fmla="*/ 64969 h 153102"/>
              <a:gd name="connsiteX6" fmla="*/ 100400 w 101976"/>
              <a:gd name="connsiteY6" fmla="*/ 85186 h 153102"/>
              <a:gd name="connsiteX7" fmla="*/ 22753 w 101976"/>
              <a:gd name="connsiteY7" fmla="*/ 85186 h 153102"/>
              <a:gd name="connsiteX8" fmla="*/ 22753 w 101976"/>
              <a:gd name="connsiteY8" fmla="*/ 132885 h 153102"/>
              <a:gd name="connsiteX9" fmla="*/ 101977 w 101976"/>
              <a:gd name="connsiteY9" fmla="*/ 132885 h 153102"/>
              <a:gd name="connsiteX10" fmla="*/ 101977 w 101976"/>
              <a:gd name="connsiteY10" fmla="*/ 153102 h 153102"/>
              <a:gd name="connsiteX11" fmla="*/ 0 w 101976"/>
              <a:gd name="connsiteY11" fmla="*/ 153102 h 153102"/>
              <a:gd name="connsiteX12" fmla="*/ 0 w 101976"/>
              <a:gd name="connsiteY12" fmla="*/ 69 h 15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1976" h="153102">
                <a:moveTo>
                  <a:pt x="0" y="0"/>
                </a:moveTo>
                <a:lnTo>
                  <a:pt x="101977" y="0"/>
                </a:lnTo>
                <a:lnTo>
                  <a:pt x="101977" y="20217"/>
                </a:lnTo>
                <a:lnTo>
                  <a:pt x="22753" y="20217"/>
                </a:lnTo>
                <a:lnTo>
                  <a:pt x="22753" y="64969"/>
                </a:lnTo>
                <a:lnTo>
                  <a:pt x="100400" y="64969"/>
                </a:lnTo>
                <a:lnTo>
                  <a:pt x="100400" y="85186"/>
                </a:lnTo>
                <a:lnTo>
                  <a:pt x="22753" y="85186"/>
                </a:lnTo>
                <a:lnTo>
                  <a:pt x="22753" y="132885"/>
                </a:lnTo>
                <a:lnTo>
                  <a:pt x="101977" y="132885"/>
                </a:lnTo>
                <a:lnTo>
                  <a:pt x="101977" y="153102"/>
                </a:lnTo>
                <a:lnTo>
                  <a:pt x="0" y="153102"/>
                </a:lnTo>
                <a:lnTo>
                  <a:pt x="0" y="69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6753E5EC-1826-F14B-2DBC-F46FC8F2F0A0}"/>
              </a:ext>
            </a:extLst>
          </p:cNvPr>
          <p:cNvSpPr/>
          <p:nvPr/>
        </p:nvSpPr>
        <p:spPr>
          <a:xfrm>
            <a:off x="6809218" y="3683245"/>
            <a:ext cx="117259" cy="158105"/>
          </a:xfrm>
          <a:custGeom>
            <a:avLst/>
            <a:gdLst>
              <a:gd name="connsiteX0" fmla="*/ 12953 w 117259"/>
              <a:gd name="connsiteY0" fmla="*/ 116095 h 158105"/>
              <a:gd name="connsiteX1" fmla="*/ 60789 w 117259"/>
              <a:gd name="connsiteY1" fmla="*/ 137682 h 158105"/>
              <a:gd name="connsiteX2" fmla="*/ 94027 w 117259"/>
              <a:gd name="connsiteY2" fmla="*/ 114039 h 158105"/>
              <a:gd name="connsiteX3" fmla="*/ 57362 w 117259"/>
              <a:gd name="connsiteY3" fmla="*/ 88339 h 158105"/>
              <a:gd name="connsiteX4" fmla="*/ 4797 w 117259"/>
              <a:gd name="connsiteY4" fmla="*/ 43587 h 158105"/>
              <a:gd name="connsiteX5" fmla="*/ 58527 w 117259"/>
              <a:gd name="connsiteY5" fmla="*/ 0 h 158105"/>
              <a:gd name="connsiteX6" fmla="*/ 113833 w 117259"/>
              <a:gd name="connsiteY6" fmla="*/ 21314 h 158105"/>
              <a:gd name="connsiteX7" fmla="*/ 100606 w 117259"/>
              <a:gd name="connsiteY7" fmla="*/ 38310 h 158105"/>
              <a:gd name="connsiteX8" fmla="*/ 56677 w 117259"/>
              <a:gd name="connsiteY8" fmla="*/ 20423 h 158105"/>
              <a:gd name="connsiteX9" fmla="*/ 28235 w 117259"/>
              <a:gd name="connsiteY9" fmla="*/ 42011 h 158105"/>
              <a:gd name="connsiteX10" fmla="*/ 63530 w 117259"/>
              <a:gd name="connsiteY10" fmla="*/ 64969 h 158105"/>
              <a:gd name="connsiteX11" fmla="*/ 117260 w 117259"/>
              <a:gd name="connsiteY11" fmla="*/ 111983 h 158105"/>
              <a:gd name="connsiteX12" fmla="*/ 59898 w 117259"/>
              <a:gd name="connsiteY12" fmla="*/ 158105 h 158105"/>
              <a:gd name="connsiteX13" fmla="*/ 0 w 117259"/>
              <a:gd name="connsiteY13" fmla="*/ 133776 h 158105"/>
              <a:gd name="connsiteX14" fmla="*/ 12953 w 117259"/>
              <a:gd name="connsiteY14" fmla="*/ 116095 h 158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7259" h="158105">
                <a:moveTo>
                  <a:pt x="12953" y="116095"/>
                </a:moveTo>
                <a:cubicBezTo>
                  <a:pt x="23164" y="127539"/>
                  <a:pt x="39612" y="137682"/>
                  <a:pt x="60789" y="137682"/>
                </a:cubicBezTo>
                <a:cubicBezTo>
                  <a:pt x="85392" y="137682"/>
                  <a:pt x="94027" y="125072"/>
                  <a:pt x="94027" y="114039"/>
                </a:cubicBezTo>
                <a:cubicBezTo>
                  <a:pt x="94027" y="98002"/>
                  <a:pt x="76757" y="93410"/>
                  <a:pt x="57362" y="88339"/>
                </a:cubicBezTo>
                <a:cubicBezTo>
                  <a:pt x="33033" y="81897"/>
                  <a:pt x="4797" y="74769"/>
                  <a:pt x="4797" y="43587"/>
                </a:cubicBezTo>
                <a:cubicBezTo>
                  <a:pt x="4797" y="18367"/>
                  <a:pt x="26865" y="0"/>
                  <a:pt x="58527" y="0"/>
                </a:cubicBezTo>
                <a:cubicBezTo>
                  <a:pt x="81965" y="0"/>
                  <a:pt x="100400" y="7539"/>
                  <a:pt x="113833" y="21314"/>
                </a:cubicBezTo>
                <a:lnTo>
                  <a:pt x="100606" y="38310"/>
                </a:lnTo>
                <a:cubicBezTo>
                  <a:pt x="89024" y="25905"/>
                  <a:pt x="73056" y="20423"/>
                  <a:pt x="56677" y="20423"/>
                </a:cubicBezTo>
                <a:cubicBezTo>
                  <a:pt x="40297" y="20423"/>
                  <a:pt x="28235" y="29126"/>
                  <a:pt x="28235" y="42011"/>
                </a:cubicBezTo>
                <a:cubicBezTo>
                  <a:pt x="28235" y="55786"/>
                  <a:pt x="44615" y="60103"/>
                  <a:pt x="63530" y="64969"/>
                </a:cubicBezTo>
                <a:cubicBezTo>
                  <a:pt x="88339" y="71617"/>
                  <a:pt x="117260" y="79429"/>
                  <a:pt x="117260" y="111983"/>
                </a:cubicBezTo>
                <a:cubicBezTo>
                  <a:pt x="117260" y="135832"/>
                  <a:pt x="100880" y="158105"/>
                  <a:pt x="59898" y="158105"/>
                </a:cubicBezTo>
                <a:cubicBezTo>
                  <a:pt x="32827" y="158105"/>
                  <a:pt x="13021" y="148236"/>
                  <a:pt x="0" y="133776"/>
                </a:cubicBezTo>
                <a:lnTo>
                  <a:pt x="12953" y="116095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59474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9DABC30E-63B2-67B1-A439-52AE03962038}"/>
              </a:ext>
            </a:extLst>
          </p:cNvPr>
          <p:cNvSpPr/>
          <p:nvPr userDrawn="1"/>
        </p:nvSpPr>
        <p:spPr>
          <a:xfrm>
            <a:off x="3045823" y="2573381"/>
            <a:ext cx="6098177" cy="17112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45891C-6D97-1360-BEC9-E9676BE1C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1414" y="2995451"/>
            <a:ext cx="4009168" cy="84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11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66268-386D-3975-90AE-BD9A6BAF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544" y="1709497"/>
            <a:ext cx="10515600" cy="2865924"/>
          </a:xfrm>
        </p:spPr>
        <p:txBody>
          <a:bodyPr anchor="ctr" anchorCtr="0"/>
          <a:lstStyle>
            <a:lvl1pPr>
              <a:lnSpc>
                <a:spcPct val="90000"/>
              </a:lnSpc>
              <a:defRPr sz="8800" b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DAC8809B-74D6-A299-870C-CB32502E23BB}"/>
              </a:ext>
            </a:extLst>
          </p:cNvPr>
          <p:cNvSpPr/>
          <p:nvPr userDrawn="1"/>
        </p:nvSpPr>
        <p:spPr>
          <a:xfrm>
            <a:off x="0" y="6144808"/>
            <a:ext cx="9145391" cy="7131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3F8D0E32-CE1D-6ABA-61D2-799E91CF7DBA}"/>
              </a:ext>
            </a:extLst>
          </p:cNvPr>
          <p:cNvSpPr/>
          <p:nvPr userDrawn="1"/>
        </p:nvSpPr>
        <p:spPr>
          <a:xfrm>
            <a:off x="9145391" y="6144808"/>
            <a:ext cx="3046609" cy="71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C36FCA3F-F87A-C25F-222A-CD92C4D631DE}"/>
              </a:ext>
            </a:extLst>
          </p:cNvPr>
          <p:cNvSpPr/>
          <p:nvPr userDrawn="1"/>
        </p:nvSpPr>
        <p:spPr>
          <a:xfrm>
            <a:off x="10564384" y="6417658"/>
            <a:ext cx="787568" cy="175246"/>
          </a:xfrm>
          <a:custGeom>
            <a:avLst/>
            <a:gdLst>
              <a:gd name="connsiteX0" fmla="*/ 717516 w 787568"/>
              <a:gd name="connsiteY0" fmla="*/ 175223 h 175246"/>
              <a:gd name="connsiteX1" fmla="*/ 787569 w 787568"/>
              <a:gd name="connsiteY1" fmla="*/ 118580 h 175246"/>
              <a:gd name="connsiteX2" fmla="*/ 692570 w 787568"/>
              <a:gd name="connsiteY2" fmla="*/ 50516 h 175246"/>
              <a:gd name="connsiteX3" fmla="*/ 710719 w 787568"/>
              <a:gd name="connsiteY3" fmla="*/ 38841 h 175246"/>
              <a:gd name="connsiteX4" fmla="*/ 759872 w 787568"/>
              <a:gd name="connsiteY4" fmla="*/ 56620 h 175246"/>
              <a:gd name="connsiteX5" fmla="*/ 783569 w 787568"/>
              <a:gd name="connsiteY5" fmla="*/ 23859 h 175246"/>
              <a:gd name="connsiteX6" fmla="*/ 715274 w 787568"/>
              <a:gd name="connsiteY6" fmla="*/ 231 h 175246"/>
              <a:gd name="connsiteX7" fmla="*/ 648481 w 787568"/>
              <a:gd name="connsiteY7" fmla="*/ 54077 h 175246"/>
              <a:gd name="connsiteX8" fmla="*/ 743503 w 787568"/>
              <a:gd name="connsiteY8" fmla="*/ 123158 h 175246"/>
              <a:gd name="connsiteX9" fmla="*/ 719805 w 787568"/>
              <a:gd name="connsiteY9" fmla="*/ 136614 h 175246"/>
              <a:gd name="connsiteX10" fmla="*/ 665867 w 787568"/>
              <a:gd name="connsiteY10" fmla="*/ 114257 h 175246"/>
              <a:gd name="connsiteX11" fmla="*/ 642933 w 787568"/>
              <a:gd name="connsiteY11" fmla="*/ 148289 h 175246"/>
              <a:gd name="connsiteX12" fmla="*/ 717540 w 787568"/>
              <a:gd name="connsiteY12" fmla="*/ 175200 h 175246"/>
              <a:gd name="connsiteX13" fmla="*/ 573874 w 787568"/>
              <a:gd name="connsiteY13" fmla="*/ 109702 h 175246"/>
              <a:gd name="connsiteX14" fmla="*/ 531288 w 787568"/>
              <a:gd name="connsiteY14" fmla="*/ 109702 h 175246"/>
              <a:gd name="connsiteX15" fmla="*/ 552720 w 787568"/>
              <a:gd name="connsiteY15" fmla="*/ 45962 h 175246"/>
              <a:gd name="connsiteX16" fmla="*/ 573898 w 787568"/>
              <a:gd name="connsiteY16" fmla="*/ 109702 h 175246"/>
              <a:gd name="connsiteX17" fmla="*/ 573898 w 787568"/>
              <a:gd name="connsiteY17" fmla="*/ 109702 h 175246"/>
              <a:gd name="connsiteX18" fmla="*/ 643164 w 787568"/>
              <a:gd name="connsiteY18" fmla="*/ 172172 h 175246"/>
              <a:gd name="connsiteX19" fmla="*/ 579909 w 787568"/>
              <a:gd name="connsiteY19" fmla="*/ 2774 h 175246"/>
              <a:gd name="connsiteX20" fmla="*/ 525208 w 787568"/>
              <a:gd name="connsiteY20" fmla="*/ 2774 h 175246"/>
              <a:gd name="connsiteX21" fmla="*/ 461952 w 787568"/>
              <a:gd name="connsiteY21" fmla="*/ 172148 h 175246"/>
              <a:gd name="connsiteX22" fmla="*/ 511105 w 787568"/>
              <a:gd name="connsiteY22" fmla="*/ 172148 h 175246"/>
              <a:gd name="connsiteX23" fmla="*/ 519428 w 787568"/>
              <a:gd name="connsiteY23" fmla="*/ 147757 h 175246"/>
              <a:gd name="connsiteX24" fmla="*/ 585712 w 787568"/>
              <a:gd name="connsiteY24" fmla="*/ 147757 h 175246"/>
              <a:gd name="connsiteX25" fmla="*/ 594035 w 787568"/>
              <a:gd name="connsiteY25" fmla="*/ 172148 h 175246"/>
              <a:gd name="connsiteX26" fmla="*/ 643187 w 787568"/>
              <a:gd name="connsiteY26" fmla="*/ 172148 h 175246"/>
              <a:gd name="connsiteX27" fmla="*/ 390652 w 787568"/>
              <a:gd name="connsiteY27" fmla="*/ 175223 h 175246"/>
              <a:gd name="connsiteX28" fmla="*/ 463987 w 787568"/>
              <a:gd name="connsiteY28" fmla="*/ 129770 h 175246"/>
              <a:gd name="connsiteX29" fmla="*/ 426695 w 787568"/>
              <a:gd name="connsiteY29" fmla="*/ 111991 h 175246"/>
              <a:gd name="connsiteX30" fmla="*/ 390652 w 787568"/>
              <a:gd name="connsiteY30" fmla="*/ 136637 h 175246"/>
              <a:gd name="connsiteX31" fmla="*/ 343765 w 787568"/>
              <a:gd name="connsiteY31" fmla="*/ 87623 h 175246"/>
              <a:gd name="connsiteX32" fmla="*/ 390652 w 787568"/>
              <a:gd name="connsiteY32" fmla="*/ 38610 h 175246"/>
              <a:gd name="connsiteX33" fmla="*/ 426695 w 787568"/>
              <a:gd name="connsiteY33" fmla="*/ 63232 h 175246"/>
              <a:gd name="connsiteX34" fmla="*/ 463987 w 787568"/>
              <a:gd name="connsiteY34" fmla="*/ 45199 h 175246"/>
              <a:gd name="connsiteX35" fmla="*/ 390652 w 787568"/>
              <a:gd name="connsiteY35" fmla="*/ 0 h 175246"/>
              <a:gd name="connsiteX36" fmla="*/ 299676 w 787568"/>
              <a:gd name="connsiteY36" fmla="*/ 87623 h 175246"/>
              <a:gd name="connsiteX37" fmla="*/ 390652 w 787568"/>
              <a:gd name="connsiteY37" fmla="*/ 175247 h 175246"/>
              <a:gd name="connsiteX38" fmla="*/ 202620 w 787568"/>
              <a:gd name="connsiteY38" fmla="*/ 175223 h 175246"/>
              <a:gd name="connsiteX39" fmla="*/ 281758 w 787568"/>
              <a:gd name="connsiteY39" fmla="*/ 103345 h 175246"/>
              <a:gd name="connsiteX40" fmla="*/ 281758 w 787568"/>
              <a:gd name="connsiteY40" fmla="*/ 2774 h 175246"/>
              <a:gd name="connsiteX41" fmla="*/ 237901 w 787568"/>
              <a:gd name="connsiteY41" fmla="*/ 2774 h 175246"/>
              <a:gd name="connsiteX42" fmla="*/ 237901 w 787568"/>
              <a:gd name="connsiteY42" fmla="*/ 102073 h 175246"/>
              <a:gd name="connsiteX43" fmla="*/ 202620 w 787568"/>
              <a:gd name="connsiteY43" fmla="*/ 136614 h 175246"/>
              <a:gd name="connsiteX44" fmla="*/ 167085 w 787568"/>
              <a:gd name="connsiteY44" fmla="*/ 102073 h 175246"/>
              <a:gd name="connsiteX45" fmla="*/ 167085 w 787568"/>
              <a:gd name="connsiteY45" fmla="*/ 2774 h 175246"/>
              <a:gd name="connsiteX46" fmla="*/ 122973 w 787568"/>
              <a:gd name="connsiteY46" fmla="*/ 2774 h 175246"/>
              <a:gd name="connsiteX47" fmla="*/ 122973 w 787568"/>
              <a:gd name="connsiteY47" fmla="*/ 103599 h 175246"/>
              <a:gd name="connsiteX48" fmla="*/ 202620 w 787568"/>
              <a:gd name="connsiteY48" fmla="*/ 175223 h 175246"/>
              <a:gd name="connsiteX49" fmla="*/ 110882 w 787568"/>
              <a:gd name="connsiteY49" fmla="*/ 172172 h 175246"/>
              <a:gd name="connsiteX50" fmla="*/ 110882 w 787568"/>
              <a:gd name="connsiteY50" fmla="*/ 134071 h 175246"/>
              <a:gd name="connsiteX51" fmla="*/ 43349 w 787568"/>
              <a:gd name="connsiteY51" fmla="*/ 134071 h 175246"/>
              <a:gd name="connsiteX52" fmla="*/ 43349 w 787568"/>
              <a:gd name="connsiteY52" fmla="*/ 2774 h 175246"/>
              <a:gd name="connsiteX53" fmla="*/ 0 w 787568"/>
              <a:gd name="connsiteY53" fmla="*/ 2774 h 175246"/>
              <a:gd name="connsiteX54" fmla="*/ 0 w 787568"/>
              <a:gd name="connsiteY54" fmla="*/ 172148 h 175246"/>
              <a:gd name="connsiteX55" fmla="*/ 110905 w 787568"/>
              <a:gd name="connsiteY55" fmla="*/ 172148 h 17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7568" h="175246">
                <a:moveTo>
                  <a:pt x="717516" y="175223"/>
                </a:moveTo>
                <a:cubicBezTo>
                  <a:pt x="762623" y="175223"/>
                  <a:pt x="787569" y="152612"/>
                  <a:pt x="787569" y="118580"/>
                </a:cubicBezTo>
                <a:cubicBezTo>
                  <a:pt x="787569" y="55603"/>
                  <a:pt x="692570" y="71347"/>
                  <a:pt x="692570" y="50516"/>
                </a:cubicBezTo>
                <a:cubicBezTo>
                  <a:pt x="692570" y="43141"/>
                  <a:pt x="698119" y="38841"/>
                  <a:pt x="710719" y="38841"/>
                </a:cubicBezTo>
                <a:cubicBezTo>
                  <a:pt x="727342" y="38841"/>
                  <a:pt x="745746" y="44690"/>
                  <a:pt x="759872" y="56620"/>
                </a:cubicBezTo>
                <a:lnTo>
                  <a:pt x="783569" y="23859"/>
                </a:lnTo>
                <a:cubicBezTo>
                  <a:pt x="765675" y="8369"/>
                  <a:pt x="742231" y="231"/>
                  <a:pt x="715274" y="231"/>
                </a:cubicBezTo>
                <a:cubicBezTo>
                  <a:pt x="672179" y="231"/>
                  <a:pt x="648481" y="25617"/>
                  <a:pt x="648481" y="54077"/>
                </a:cubicBezTo>
                <a:cubicBezTo>
                  <a:pt x="648481" y="119343"/>
                  <a:pt x="743503" y="100801"/>
                  <a:pt x="743503" y="123158"/>
                </a:cubicBezTo>
                <a:cubicBezTo>
                  <a:pt x="743503" y="131527"/>
                  <a:pt x="734440" y="136614"/>
                  <a:pt x="719805" y="136614"/>
                </a:cubicBezTo>
                <a:cubicBezTo>
                  <a:pt x="696616" y="136614"/>
                  <a:pt x="677959" y="126464"/>
                  <a:pt x="665867" y="114257"/>
                </a:cubicBezTo>
                <a:lnTo>
                  <a:pt x="642933" y="148289"/>
                </a:lnTo>
                <a:cubicBezTo>
                  <a:pt x="659810" y="164288"/>
                  <a:pt x="683508" y="175200"/>
                  <a:pt x="717540" y="175200"/>
                </a:cubicBezTo>
                <a:moveTo>
                  <a:pt x="573874" y="109702"/>
                </a:moveTo>
                <a:lnTo>
                  <a:pt x="531288" y="109702"/>
                </a:lnTo>
                <a:lnTo>
                  <a:pt x="552720" y="45962"/>
                </a:lnTo>
                <a:lnTo>
                  <a:pt x="573898" y="109702"/>
                </a:lnTo>
                <a:lnTo>
                  <a:pt x="573898" y="109702"/>
                </a:lnTo>
                <a:close/>
                <a:moveTo>
                  <a:pt x="643164" y="172172"/>
                </a:moveTo>
                <a:lnTo>
                  <a:pt x="579909" y="2774"/>
                </a:lnTo>
                <a:lnTo>
                  <a:pt x="525208" y="2774"/>
                </a:lnTo>
                <a:lnTo>
                  <a:pt x="461952" y="172148"/>
                </a:lnTo>
                <a:lnTo>
                  <a:pt x="511105" y="172148"/>
                </a:lnTo>
                <a:lnTo>
                  <a:pt x="519428" y="147757"/>
                </a:lnTo>
                <a:lnTo>
                  <a:pt x="585712" y="147757"/>
                </a:lnTo>
                <a:lnTo>
                  <a:pt x="594035" y="172148"/>
                </a:lnTo>
                <a:lnTo>
                  <a:pt x="643187" y="172148"/>
                </a:lnTo>
                <a:close/>
                <a:moveTo>
                  <a:pt x="390652" y="175223"/>
                </a:moveTo>
                <a:cubicBezTo>
                  <a:pt x="431227" y="175223"/>
                  <a:pt x="453144" y="151341"/>
                  <a:pt x="463987" y="129770"/>
                </a:cubicBezTo>
                <a:lnTo>
                  <a:pt x="426695" y="111991"/>
                </a:lnTo>
                <a:cubicBezTo>
                  <a:pt x="421146" y="125447"/>
                  <a:pt x="406789" y="136637"/>
                  <a:pt x="390652" y="136637"/>
                </a:cubicBezTo>
                <a:cubicBezTo>
                  <a:pt x="363186" y="136637"/>
                  <a:pt x="343765" y="115297"/>
                  <a:pt x="343765" y="87623"/>
                </a:cubicBezTo>
                <a:cubicBezTo>
                  <a:pt x="343765" y="59949"/>
                  <a:pt x="363163" y="38610"/>
                  <a:pt x="390652" y="38610"/>
                </a:cubicBezTo>
                <a:cubicBezTo>
                  <a:pt x="406789" y="38610"/>
                  <a:pt x="421146" y="49776"/>
                  <a:pt x="426695" y="63232"/>
                </a:cubicBezTo>
                <a:lnTo>
                  <a:pt x="463987" y="45199"/>
                </a:lnTo>
                <a:cubicBezTo>
                  <a:pt x="453144" y="23096"/>
                  <a:pt x="431227" y="0"/>
                  <a:pt x="390652" y="0"/>
                </a:cubicBezTo>
                <a:cubicBezTo>
                  <a:pt x="338979" y="0"/>
                  <a:pt x="299676" y="35304"/>
                  <a:pt x="299676" y="87623"/>
                </a:cubicBezTo>
                <a:cubicBezTo>
                  <a:pt x="299676" y="139943"/>
                  <a:pt x="339003" y="175247"/>
                  <a:pt x="390652" y="175247"/>
                </a:cubicBezTo>
                <a:moveTo>
                  <a:pt x="202620" y="175223"/>
                </a:moveTo>
                <a:cubicBezTo>
                  <a:pt x="256558" y="175223"/>
                  <a:pt x="281758" y="145515"/>
                  <a:pt x="281758" y="103345"/>
                </a:cubicBezTo>
                <a:lnTo>
                  <a:pt x="281758" y="2774"/>
                </a:lnTo>
                <a:lnTo>
                  <a:pt x="237901" y="2774"/>
                </a:lnTo>
                <a:lnTo>
                  <a:pt x="237901" y="102073"/>
                </a:lnTo>
                <a:cubicBezTo>
                  <a:pt x="237901" y="122141"/>
                  <a:pt x="225809" y="136614"/>
                  <a:pt x="202620" y="136614"/>
                </a:cubicBezTo>
                <a:cubicBezTo>
                  <a:pt x="179431" y="136614"/>
                  <a:pt x="167085" y="122141"/>
                  <a:pt x="167085" y="102073"/>
                </a:cubicBezTo>
                <a:lnTo>
                  <a:pt x="167085" y="2774"/>
                </a:lnTo>
                <a:lnTo>
                  <a:pt x="122973" y="2774"/>
                </a:lnTo>
                <a:lnTo>
                  <a:pt x="122973" y="103599"/>
                </a:lnTo>
                <a:cubicBezTo>
                  <a:pt x="122973" y="145237"/>
                  <a:pt x="148682" y="175223"/>
                  <a:pt x="202620" y="175223"/>
                </a:cubicBezTo>
                <a:moveTo>
                  <a:pt x="110882" y="172172"/>
                </a:moveTo>
                <a:lnTo>
                  <a:pt x="110882" y="134071"/>
                </a:lnTo>
                <a:lnTo>
                  <a:pt x="43349" y="134071"/>
                </a:lnTo>
                <a:lnTo>
                  <a:pt x="43349" y="2774"/>
                </a:lnTo>
                <a:lnTo>
                  <a:pt x="0" y="2774"/>
                </a:lnTo>
                <a:lnTo>
                  <a:pt x="0" y="172148"/>
                </a:lnTo>
                <a:lnTo>
                  <a:pt x="110905" y="172148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5D9B96C2-6410-02AC-7C17-9C68EEE42B55}"/>
              </a:ext>
            </a:extLst>
          </p:cNvPr>
          <p:cNvSpPr/>
          <p:nvPr userDrawn="1"/>
        </p:nvSpPr>
        <p:spPr>
          <a:xfrm>
            <a:off x="9998833" y="6411301"/>
            <a:ext cx="545899" cy="181581"/>
          </a:xfrm>
          <a:custGeom>
            <a:avLst/>
            <a:gdLst>
              <a:gd name="connsiteX0" fmla="*/ 499013 w 545899"/>
              <a:gd name="connsiteY0" fmla="*/ 178530 h 181581"/>
              <a:gd name="connsiteX1" fmla="*/ 499013 w 545899"/>
              <a:gd name="connsiteY1" fmla="*/ 47233 h 181581"/>
              <a:gd name="connsiteX2" fmla="*/ 545900 w 545899"/>
              <a:gd name="connsiteY2" fmla="*/ 47233 h 181581"/>
              <a:gd name="connsiteX3" fmla="*/ 545900 w 545899"/>
              <a:gd name="connsiteY3" fmla="*/ 9132 h 181581"/>
              <a:gd name="connsiteX4" fmla="*/ 408546 w 545899"/>
              <a:gd name="connsiteY4" fmla="*/ 9132 h 181581"/>
              <a:gd name="connsiteX5" fmla="*/ 408546 w 545899"/>
              <a:gd name="connsiteY5" fmla="*/ 47233 h 181581"/>
              <a:gd name="connsiteX6" fmla="*/ 455687 w 545899"/>
              <a:gd name="connsiteY6" fmla="*/ 47233 h 181581"/>
              <a:gd name="connsiteX7" fmla="*/ 455687 w 545899"/>
              <a:gd name="connsiteY7" fmla="*/ 178530 h 181581"/>
              <a:gd name="connsiteX8" fmla="*/ 499036 w 545899"/>
              <a:gd name="connsiteY8" fmla="*/ 178530 h 181581"/>
              <a:gd name="connsiteX9" fmla="*/ 388109 w 545899"/>
              <a:gd name="connsiteY9" fmla="*/ 178530 h 181581"/>
              <a:gd name="connsiteX10" fmla="*/ 388109 w 545899"/>
              <a:gd name="connsiteY10" fmla="*/ 9132 h 181581"/>
              <a:gd name="connsiteX11" fmla="*/ 344505 w 545899"/>
              <a:gd name="connsiteY11" fmla="*/ 9132 h 181581"/>
              <a:gd name="connsiteX12" fmla="*/ 344505 w 545899"/>
              <a:gd name="connsiteY12" fmla="*/ 102327 h 181581"/>
              <a:gd name="connsiteX13" fmla="*/ 276464 w 545899"/>
              <a:gd name="connsiteY13" fmla="*/ 9132 h 181581"/>
              <a:gd name="connsiteX14" fmla="*/ 231843 w 545899"/>
              <a:gd name="connsiteY14" fmla="*/ 9132 h 181581"/>
              <a:gd name="connsiteX15" fmla="*/ 231843 w 545899"/>
              <a:gd name="connsiteY15" fmla="*/ 178506 h 181581"/>
              <a:gd name="connsiteX16" fmla="*/ 275192 w 545899"/>
              <a:gd name="connsiteY16" fmla="*/ 178506 h 181581"/>
              <a:gd name="connsiteX17" fmla="*/ 275192 w 545899"/>
              <a:gd name="connsiteY17" fmla="*/ 80479 h 181581"/>
              <a:gd name="connsiteX18" fmla="*/ 346262 w 545899"/>
              <a:gd name="connsiteY18" fmla="*/ 178506 h 181581"/>
              <a:gd name="connsiteX19" fmla="*/ 388109 w 545899"/>
              <a:gd name="connsiteY19" fmla="*/ 178506 h 181581"/>
              <a:gd name="connsiteX20" fmla="*/ 203637 w 545899"/>
              <a:gd name="connsiteY20" fmla="*/ 55857 h 181581"/>
              <a:gd name="connsiteX21" fmla="*/ 164820 w 545899"/>
              <a:gd name="connsiteY21" fmla="*/ 55857 h 181581"/>
              <a:gd name="connsiteX22" fmla="*/ 164820 w 545899"/>
              <a:gd name="connsiteY22" fmla="*/ 178530 h 181581"/>
              <a:gd name="connsiteX23" fmla="*/ 203637 w 545899"/>
              <a:gd name="connsiteY23" fmla="*/ 178530 h 181581"/>
              <a:gd name="connsiteX24" fmla="*/ 203637 w 545899"/>
              <a:gd name="connsiteY24" fmla="*/ 55857 h 181581"/>
              <a:gd name="connsiteX25" fmla="*/ 203637 w 545899"/>
              <a:gd name="connsiteY25" fmla="*/ 55857 h 181581"/>
              <a:gd name="connsiteX26" fmla="*/ 184217 w 545899"/>
              <a:gd name="connsiteY26" fmla="*/ 44944 h 181581"/>
              <a:gd name="connsiteX27" fmla="*/ 206643 w 545899"/>
              <a:gd name="connsiteY27" fmla="*/ 22334 h 181581"/>
              <a:gd name="connsiteX28" fmla="*/ 184217 w 545899"/>
              <a:gd name="connsiteY28" fmla="*/ 0 h 181581"/>
              <a:gd name="connsiteX29" fmla="*/ 162045 w 545899"/>
              <a:gd name="connsiteY29" fmla="*/ 22357 h 181581"/>
              <a:gd name="connsiteX30" fmla="*/ 184217 w 545899"/>
              <a:gd name="connsiteY30" fmla="*/ 44968 h 181581"/>
              <a:gd name="connsiteX31" fmla="*/ 74607 w 545899"/>
              <a:gd name="connsiteY31" fmla="*/ 181581 h 181581"/>
              <a:gd name="connsiteX32" fmla="*/ 144682 w 545899"/>
              <a:gd name="connsiteY32" fmla="*/ 124938 h 181581"/>
              <a:gd name="connsiteX33" fmla="*/ 49661 w 545899"/>
              <a:gd name="connsiteY33" fmla="*/ 56874 h 181581"/>
              <a:gd name="connsiteX34" fmla="*/ 67810 w 545899"/>
              <a:gd name="connsiteY34" fmla="*/ 45199 h 181581"/>
              <a:gd name="connsiteX35" fmla="*/ 116962 w 545899"/>
              <a:gd name="connsiteY35" fmla="*/ 62978 h 181581"/>
              <a:gd name="connsiteX36" fmla="*/ 140660 w 545899"/>
              <a:gd name="connsiteY36" fmla="*/ 30217 h 181581"/>
              <a:gd name="connsiteX37" fmla="*/ 72364 w 545899"/>
              <a:gd name="connsiteY37" fmla="*/ 6589 h 181581"/>
              <a:gd name="connsiteX38" fmla="*/ 5549 w 545899"/>
              <a:gd name="connsiteY38" fmla="*/ 60435 h 181581"/>
              <a:gd name="connsiteX39" fmla="*/ 100570 w 545899"/>
              <a:gd name="connsiteY39" fmla="*/ 129516 h 181581"/>
              <a:gd name="connsiteX40" fmla="*/ 76873 w 545899"/>
              <a:gd name="connsiteY40" fmla="*/ 142972 h 181581"/>
              <a:gd name="connsiteX41" fmla="*/ 22935 w 545899"/>
              <a:gd name="connsiteY41" fmla="*/ 120615 h 181581"/>
              <a:gd name="connsiteX42" fmla="*/ 0 w 545899"/>
              <a:gd name="connsiteY42" fmla="*/ 154647 h 181581"/>
              <a:gd name="connsiteX43" fmla="*/ 74607 w 545899"/>
              <a:gd name="connsiteY43" fmla="*/ 181558 h 18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5899" h="181581">
                <a:moveTo>
                  <a:pt x="499013" y="178530"/>
                </a:moveTo>
                <a:lnTo>
                  <a:pt x="499013" y="47233"/>
                </a:lnTo>
                <a:lnTo>
                  <a:pt x="545900" y="47233"/>
                </a:lnTo>
                <a:lnTo>
                  <a:pt x="545900" y="9132"/>
                </a:lnTo>
                <a:lnTo>
                  <a:pt x="408546" y="9132"/>
                </a:lnTo>
                <a:lnTo>
                  <a:pt x="408546" y="47233"/>
                </a:lnTo>
                <a:lnTo>
                  <a:pt x="455687" y="47233"/>
                </a:lnTo>
                <a:lnTo>
                  <a:pt x="455687" y="178530"/>
                </a:lnTo>
                <a:lnTo>
                  <a:pt x="499036" y="178530"/>
                </a:lnTo>
                <a:close/>
                <a:moveTo>
                  <a:pt x="388109" y="178530"/>
                </a:moveTo>
                <a:lnTo>
                  <a:pt x="388109" y="9132"/>
                </a:lnTo>
                <a:lnTo>
                  <a:pt x="344505" y="9132"/>
                </a:lnTo>
                <a:lnTo>
                  <a:pt x="344505" y="102327"/>
                </a:lnTo>
                <a:lnTo>
                  <a:pt x="276464" y="9132"/>
                </a:lnTo>
                <a:lnTo>
                  <a:pt x="231843" y="9132"/>
                </a:lnTo>
                <a:lnTo>
                  <a:pt x="231843" y="178506"/>
                </a:lnTo>
                <a:lnTo>
                  <a:pt x="275192" y="178506"/>
                </a:lnTo>
                <a:lnTo>
                  <a:pt x="275192" y="80479"/>
                </a:lnTo>
                <a:lnTo>
                  <a:pt x="346262" y="178506"/>
                </a:lnTo>
                <a:lnTo>
                  <a:pt x="388109" y="178506"/>
                </a:lnTo>
                <a:close/>
                <a:moveTo>
                  <a:pt x="203637" y="55857"/>
                </a:moveTo>
                <a:lnTo>
                  <a:pt x="164820" y="55857"/>
                </a:lnTo>
                <a:lnTo>
                  <a:pt x="164820" y="178530"/>
                </a:lnTo>
                <a:lnTo>
                  <a:pt x="203637" y="178530"/>
                </a:lnTo>
                <a:lnTo>
                  <a:pt x="203637" y="55857"/>
                </a:lnTo>
                <a:lnTo>
                  <a:pt x="203637" y="55857"/>
                </a:lnTo>
                <a:close/>
                <a:moveTo>
                  <a:pt x="184217" y="44944"/>
                </a:moveTo>
                <a:cubicBezTo>
                  <a:pt x="196563" y="44944"/>
                  <a:pt x="206643" y="34795"/>
                  <a:pt x="206643" y="22334"/>
                </a:cubicBezTo>
                <a:cubicBezTo>
                  <a:pt x="206643" y="9872"/>
                  <a:pt x="196586" y="0"/>
                  <a:pt x="184217" y="0"/>
                </a:cubicBezTo>
                <a:cubicBezTo>
                  <a:pt x="171848" y="0"/>
                  <a:pt x="162045" y="9895"/>
                  <a:pt x="162045" y="22357"/>
                </a:cubicBezTo>
                <a:cubicBezTo>
                  <a:pt x="162045" y="34818"/>
                  <a:pt x="171871" y="44968"/>
                  <a:pt x="184217" y="44968"/>
                </a:cubicBezTo>
                <a:moveTo>
                  <a:pt x="74607" y="181581"/>
                </a:moveTo>
                <a:cubicBezTo>
                  <a:pt x="119713" y="181581"/>
                  <a:pt x="144682" y="158993"/>
                  <a:pt x="144682" y="124938"/>
                </a:cubicBezTo>
                <a:cubicBezTo>
                  <a:pt x="144682" y="61961"/>
                  <a:pt x="49661" y="77705"/>
                  <a:pt x="49661" y="56874"/>
                </a:cubicBezTo>
                <a:cubicBezTo>
                  <a:pt x="49661" y="49499"/>
                  <a:pt x="55210" y="45199"/>
                  <a:pt x="67810" y="45199"/>
                </a:cubicBezTo>
                <a:cubicBezTo>
                  <a:pt x="84433" y="45199"/>
                  <a:pt x="102836" y="51048"/>
                  <a:pt x="116962" y="62978"/>
                </a:cubicBezTo>
                <a:lnTo>
                  <a:pt x="140660" y="30217"/>
                </a:lnTo>
                <a:cubicBezTo>
                  <a:pt x="122765" y="14727"/>
                  <a:pt x="99322" y="6589"/>
                  <a:pt x="72364" y="6589"/>
                </a:cubicBezTo>
                <a:cubicBezTo>
                  <a:pt x="29223" y="6612"/>
                  <a:pt x="5549" y="31998"/>
                  <a:pt x="5549" y="60435"/>
                </a:cubicBezTo>
                <a:cubicBezTo>
                  <a:pt x="5549" y="125701"/>
                  <a:pt x="100570" y="107159"/>
                  <a:pt x="100570" y="129516"/>
                </a:cubicBezTo>
                <a:cubicBezTo>
                  <a:pt x="100570" y="137885"/>
                  <a:pt x="91484" y="142972"/>
                  <a:pt x="76873" y="142972"/>
                </a:cubicBezTo>
                <a:cubicBezTo>
                  <a:pt x="53684" y="142972"/>
                  <a:pt x="35026" y="132822"/>
                  <a:pt x="22935" y="120615"/>
                </a:cubicBezTo>
                <a:lnTo>
                  <a:pt x="0" y="154647"/>
                </a:lnTo>
                <a:cubicBezTo>
                  <a:pt x="16877" y="170646"/>
                  <a:pt x="40575" y="181558"/>
                  <a:pt x="74607" y="181558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53180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87BF8D-BDF1-937F-0230-B95690701CF2}"/>
              </a:ext>
            </a:extLst>
          </p:cNvPr>
          <p:cNvSpPr/>
          <p:nvPr userDrawn="1"/>
        </p:nvSpPr>
        <p:spPr>
          <a:xfrm>
            <a:off x="9140983" y="-1"/>
            <a:ext cx="3051017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9165770C-0737-0FAC-55EC-78671A3B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544" y="1709497"/>
            <a:ext cx="7455038" cy="2865924"/>
          </a:xfrm>
        </p:spPr>
        <p:txBody>
          <a:bodyPr anchor="ctr" anchorCtr="0"/>
          <a:lstStyle>
            <a:lvl1pPr>
              <a:lnSpc>
                <a:spcPct val="90000"/>
              </a:lnSpc>
              <a:defRPr sz="8800" b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896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986B707-23A6-B288-FE77-34BDB298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56" y="1181641"/>
            <a:ext cx="10515600" cy="888524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F46B861-FA19-0B89-2421-38021940F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0056" y="2070165"/>
            <a:ext cx="10515600" cy="3606194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39117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0" r:id="rId2"/>
    <p:sldLayoutId id="2147483674" r:id="rId3"/>
    <p:sldLayoutId id="2147483672" r:id="rId4"/>
    <p:sldLayoutId id="2147483673" r:id="rId5"/>
    <p:sldLayoutId id="2147483678" r:id="rId6"/>
    <p:sldLayoutId id="2147483677" r:id="rId7"/>
    <p:sldLayoutId id="2147483680" r:id="rId8"/>
    <p:sldLayoutId id="2147483679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62" r:id="rId27"/>
    <p:sldLayoutId id="2147483676" r:id="rId28"/>
    <p:sldLayoutId id="2147483675" r:id="rId29"/>
    <p:sldLayoutId id="2147483698" r:id="rId30"/>
    <p:sldLayoutId id="214748369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252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38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B9824D4-277E-051C-7307-20240A48C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630" y="3850641"/>
            <a:ext cx="5748050" cy="1486060"/>
          </a:xfrm>
        </p:spPr>
        <p:txBody>
          <a:bodyPr/>
          <a:lstStyle/>
          <a:p>
            <a:r>
              <a:rPr lang="nl-NL" sz="4800" b="1" dirty="0"/>
              <a:t>Agile project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7F9DB1AE-3DE1-049F-F971-C294B343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2630" y="5472432"/>
            <a:ext cx="5748050" cy="322369"/>
          </a:xfrm>
        </p:spPr>
        <p:txBody>
          <a:bodyPr>
            <a:normAutofit fontScale="85000" lnSpcReduction="20000"/>
          </a:bodyPr>
          <a:lstStyle/>
          <a:p>
            <a:r>
              <a:rPr lang="nl-NL" dirty="0" err="1"/>
              <a:t>Lesson</a:t>
            </a:r>
            <a:r>
              <a:rPr lang="nl-NL" dirty="0"/>
              <a:t> 1 – Agile basics</a:t>
            </a:r>
          </a:p>
        </p:txBody>
      </p:sp>
    </p:spTree>
    <p:extLst>
      <p:ext uri="{BB962C8B-B14F-4D97-AF65-F5344CB8AC3E}">
        <p14:creationId xmlns:p14="http://schemas.microsoft.com/office/powerpoint/2010/main" val="2966489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2A22E-4A85-A908-7B34-39097087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BAC193-7C77-AFDC-8DFC-A4824EABB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435" y="504372"/>
            <a:ext cx="5147129" cy="514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51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3226-F389-5F6C-B716-D69BB4C2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B315577-E54B-3F42-4664-937D8F96651F}"/>
              </a:ext>
            </a:extLst>
          </p:cNvPr>
          <p:cNvSpPr txBox="1">
            <a:spLocks/>
          </p:cNvSpPr>
          <p:nvPr/>
        </p:nvSpPr>
        <p:spPr>
          <a:xfrm>
            <a:off x="721295" y="670999"/>
            <a:ext cx="10515600" cy="888524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/>
              <a:t>Agile Scrum, </a:t>
            </a:r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it</a:t>
            </a:r>
            <a:r>
              <a:rPr lang="nl-NL" dirty="0"/>
              <a:t>?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DF6D6F2D-642B-1A96-7264-DFB1959B4D31}"/>
              </a:ext>
            </a:extLst>
          </p:cNvPr>
          <p:cNvSpPr txBox="1">
            <a:spLocks/>
          </p:cNvSpPr>
          <p:nvPr/>
        </p:nvSpPr>
        <p:spPr>
          <a:xfrm>
            <a:off x="721295" y="1559523"/>
            <a:ext cx="10515600" cy="3606194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nl-NL" b="0" dirty="0"/>
              <a:t>Scrum is </a:t>
            </a:r>
            <a:r>
              <a:rPr lang="nl-NL" b="0" dirty="0" err="1"/>
              <a:t>an</a:t>
            </a:r>
            <a:r>
              <a:rPr lang="nl-NL" b="0" dirty="0"/>
              <a:t> Agile project management </a:t>
            </a:r>
            <a:r>
              <a:rPr lang="nl-NL" b="0" dirty="0" err="1"/>
              <a:t>method</a:t>
            </a:r>
            <a:endParaRPr lang="nl-NL" b="0" dirty="0"/>
          </a:p>
          <a:p>
            <a:pPr marL="537750" lvl="1" indent="-285750">
              <a:buFontTx/>
              <a:buChar char="-"/>
            </a:pPr>
            <a:r>
              <a:rPr lang="en-GB" b="0" dirty="0"/>
              <a:t>Agile means that you can quickly apply changes</a:t>
            </a:r>
          </a:p>
          <a:p>
            <a:pPr lvl="1" indent="0">
              <a:buNone/>
            </a:pPr>
            <a:endParaRPr lang="en-GB" b="0" dirty="0"/>
          </a:p>
          <a:p>
            <a:pPr marL="285750" indent="-285750">
              <a:buFontTx/>
              <a:buChar char="-"/>
            </a:pPr>
            <a:r>
              <a:rPr lang="en-GB" b="0" dirty="0"/>
              <a:t>Scrum is based on three pillars</a:t>
            </a:r>
          </a:p>
          <a:p>
            <a:pPr marL="537750" lvl="1" indent="-285750">
              <a:buFontTx/>
              <a:buChar char="-"/>
            </a:pPr>
            <a:r>
              <a:rPr lang="en-GB" dirty="0"/>
              <a:t>Transparency – Making the project visible to stakeholders</a:t>
            </a:r>
          </a:p>
          <a:p>
            <a:pPr marL="537750" lvl="1" indent="-285750">
              <a:buFontTx/>
              <a:buChar char="-"/>
            </a:pPr>
            <a:r>
              <a:rPr lang="en-GB" b="0" dirty="0"/>
              <a:t>Inspection – Frequent check for problems</a:t>
            </a:r>
          </a:p>
          <a:p>
            <a:pPr marL="537750" lvl="1" indent="-285750">
              <a:buFontTx/>
              <a:buChar char="-"/>
            </a:pPr>
            <a:r>
              <a:rPr lang="en-GB" dirty="0"/>
              <a:t>Adaptation – Adjusting the process to avoid failures</a:t>
            </a:r>
          </a:p>
          <a:p>
            <a:pPr marL="537750" lvl="1" indent="-285750">
              <a:buFontTx/>
              <a:buChar char="-"/>
            </a:pPr>
            <a:endParaRPr lang="en-GB" b="0" dirty="0"/>
          </a:p>
          <a:p>
            <a:pPr marL="285750" indent="-285750">
              <a:buFontTx/>
              <a:buChar char="-"/>
            </a:pPr>
            <a:r>
              <a:rPr lang="en-GB" b="0" dirty="0"/>
              <a:t>Scrum uses short periods called sprints</a:t>
            </a:r>
          </a:p>
          <a:p>
            <a:pPr marL="537750" lvl="1" indent="-285750">
              <a:buFontTx/>
              <a:buChar char="-"/>
            </a:pPr>
            <a:r>
              <a:rPr lang="en-GB" dirty="0"/>
              <a:t>Sprints are typically two to four weeks long</a:t>
            </a:r>
          </a:p>
          <a:p>
            <a:pPr marL="537750" lvl="1" indent="-285750">
              <a:buFontTx/>
              <a:buChar char="-"/>
            </a:pPr>
            <a:r>
              <a:rPr lang="en-GB" b="0" dirty="0"/>
              <a:t>Each sprint is meant to finish a set of tasks</a:t>
            </a:r>
          </a:p>
        </p:txBody>
      </p:sp>
    </p:spTree>
    <p:extLst>
      <p:ext uri="{BB962C8B-B14F-4D97-AF65-F5344CB8AC3E}">
        <p14:creationId xmlns:p14="http://schemas.microsoft.com/office/powerpoint/2010/main" val="358647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0017D-9085-1B57-D714-563BFB67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C572A110-879D-00F1-F7E0-913DFEAC1F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3735" y="2353867"/>
            <a:ext cx="3525860" cy="2603897"/>
          </a:xfrm>
        </p:spPr>
        <p:txBody>
          <a:bodyPr/>
          <a:lstStyle/>
          <a:p>
            <a:pPr marL="0" lvl="1" indent="0">
              <a:buNone/>
            </a:pPr>
            <a:r>
              <a:rPr lang="nl-NL" dirty="0">
                <a:solidFill>
                  <a:schemeClr val="accent1"/>
                </a:solidFill>
              </a:rPr>
              <a:t>A project </a:t>
            </a:r>
            <a:r>
              <a:rPr lang="nl-NL" dirty="0" err="1">
                <a:solidFill>
                  <a:schemeClr val="accent1"/>
                </a:solidFill>
              </a:rPr>
              <a:t>divided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into</a:t>
            </a:r>
            <a:r>
              <a:rPr lang="nl-NL" dirty="0">
                <a:solidFill>
                  <a:schemeClr val="accent1"/>
                </a:solidFill>
              </a:rPr>
              <a:t> smaller </a:t>
            </a:r>
            <a:r>
              <a:rPr lang="nl-NL" dirty="0" err="1">
                <a:solidFill>
                  <a:schemeClr val="accent1"/>
                </a:solidFill>
              </a:rPr>
              <a:t>parts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EA5B800-575E-0975-15CA-A6E3992B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/>
              <a:t>Sprints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D2114E1-8F4E-E42E-512E-C645A0ABC9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6363" b="16363"/>
          <a:stretch/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264456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882C4-9D84-5FB8-EC52-3A9755F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2C7251B-C7EB-33E9-DE2A-28EFA2A00F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068" y="0"/>
            <a:ext cx="11209863" cy="790247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57385FA-798E-9762-2430-5C2137F00AC2}"/>
              </a:ext>
            </a:extLst>
          </p:cNvPr>
          <p:cNvCxnSpPr>
            <a:cxnSpLocks/>
          </p:cNvCxnSpPr>
          <p:nvPr/>
        </p:nvCxnSpPr>
        <p:spPr>
          <a:xfrm flipV="1">
            <a:off x="1364343" y="4492171"/>
            <a:ext cx="384628" cy="732972"/>
          </a:xfrm>
          <a:prstGeom prst="straightConnector1">
            <a:avLst/>
          </a:prstGeom>
          <a:ln w="76200" cap="flat" cmpd="sng" algn="ctr">
            <a:solidFill>
              <a:srgbClr val="A176D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15AA05-FE6C-4AEF-FF04-7B5B84666427}"/>
              </a:ext>
            </a:extLst>
          </p:cNvPr>
          <p:cNvSpPr txBox="1"/>
          <p:nvPr/>
        </p:nvSpPr>
        <p:spPr>
          <a:xfrm>
            <a:off x="474134" y="5225143"/>
            <a:ext cx="178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u="sng" dirty="0" err="1">
                <a:solidFill>
                  <a:srgbClr val="000000"/>
                </a:solidFill>
              </a:rPr>
              <a:t>You’re</a:t>
            </a:r>
            <a:r>
              <a:rPr lang="nl-NL" b="1" u="sng" dirty="0">
                <a:solidFill>
                  <a:srgbClr val="000000"/>
                </a:solidFill>
              </a:rPr>
              <a:t> here</a:t>
            </a:r>
            <a:endParaRPr lang="en-GB" b="1" u="sng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659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6A828-A279-ECE6-9FA9-147F0CFF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6C116E8-10A6-AD4E-BCE3-17DF6970B65D}"/>
              </a:ext>
            </a:extLst>
          </p:cNvPr>
          <p:cNvSpPr txBox="1">
            <a:spLocks/>
          </p:cNvSpPr>
          <p:nvPr/>
        </p:nvSpPr>
        <p:spPr>
          <a:xfrm>
            <a:off x="721295" y="670999"/>
            <a:ext cx="10515600" cy="888524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/>
              <a:t>Sprints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E795B52B-A39A-B8BD-F3C8-034746E66ECF}"/>
              </a:ext>
            </a:extLst>
          </p:cNvPr>
          <p:cNvSpPr txBox="1">
            <a:spLocks/>
          </p:cNvSpPr>
          <p:nvPr/>
        </p:nvSpPr>
        <p:spPr>
          <a:xfrm>
            <a:off x="721295" y="1559523"/>
            <a:ext cx="10515600" cy="3606194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nl-NL" b="0" dirty="0"/>
              <a:t>First sprint:</a:t>
            </a:r>
          </a:p>
          <a:p>
            <a:pPr marL="537750" lvl="1" indent="-285750">
              <a:buFontTx/>
              <a:buChar char="-"/>
            </a:pPr>
            <a:r>
              <a:rPr lang="nl-NL" dirty="0" err="1"/>
              <a:t>Creating</a:t>
            </a:r>
            <a:r>
              <a:rPr lang="nl-NL" dirty="0"/>
              <a:t> </a:t>
            </a:r>
            <a:r>
              <a:rPr lang="nl-NL" dirty="0" err="1"/>
              <a:t>documentation</a:t>
            </a:r>
            <a:r>
              <a:rPr lang="nl-NL" dirty="0"/>
              <a:t> (FDD &amp; TDD)</a:t>
            </a:r>
          </a:p>
          <a:p>
            <a:pPr marL="537750" lvl="1" indent="-285750">
              <a:buFontTx/>
              <a:buChar char="-"/>
            </a:pPr>
            <a:r>
              <a:rPr lang="nl-NL" b="0" dirty="0"/>
              <a:t>Making </a:t>
            </a:r>
            <a:r>
              <a:rPr lang="nl-NL" b="0" dirty="0" err="1"/>
              <a:t>priorities</a:t>
            </a:r>
            <a:r>
              <a:rPr lang="nl-NL" b="0" dirty="0"/>
              <a:t> (</a:t>
            </a:r>
            <a:r>
              <a:rPr lang="nl-NL" b="0" dirty="0" err="1"/>
              <a:t>MoSCoW</a:t>
            </a:r>
            <a:r>
              <a:rPr lang="nl-NL" b="0" dirty="0"/>
              <a:t>)</a:t>
            </a:r>
          </a:p>
          <a:p>
            <a:pPr marL="537750" lvl="1" indent="-285750">
              <a:buFontTx/>
              <a:buChar char="-"/>
            </a:pPr>
            <a:r>
              <a:rPr lang="nl-NL" dirty="0"/>
              <a:t>Setting up </a:t>
            </a:r>
            <a:r>
              <a:rPr lang="nl-NL" dirty="0" err="1"/>
              <a:t>the</a:t>
            </a:r>
            <a:r>
              <a:rPr lang="nl-NL" dirty="0"/>
              <a:t> development environment (File/project </a:t>
            </a:r>
            <a:r>
              <a:rPr lang="nl-NL" dirty="0" err="1"/>
              <a:t>structure</a:t>
            </a:r>
            <a:r>
              <a:rPr lang="nl-NL" dirty="0"/>
              <a:t>)</a:t>
            </a:r>
            <a:endParaRPr lang="nl-NL" b="0" dirty="0"/>
          </a:p>
          <a:p>
            <a:pPr marL="285750" indent="-285750">
              <a:buFontTx/>
              <a:buChar char="-"/>
            </a:pPr>
            <a:r>
              <a:rPr lang="nl-NL" b="0" dirty="0" err="1"/>
              <a:t>Middle</a:t>
            </a:r>
            <a:r>
              <a:rPr lang="nl-NL" b="0" dirty="0"/>
              <a:t> sprints:</a:t>
            </a:r>
          </a:p>
          <a:p>
            <a:pPr marL="537750" lvl="1" indent="-285750">
              <a:buFontTx/>
              <a:buChar char="-"/>
            </a:pPr>
            <a:r>
              <a:rPr lang="nl-NL" b="0" dirty="0"/>
              <a:t>New </a:t>
            </a:r>
            <a:r>
              <a:rPr lang="nl-NL" b="0" dirty="0" err="1"/>
              <a:t>functionalities</a:t>
            </a:r>
            <a:endParaRPr lang="nl-NL" b="0" dirty="0"/>
          </a:p>
          <a:p>
            <a:pPr marL="285750" indent="-285750">
              <a:buFontTx/>
              <a:buChar char="-"/>
            </a:pPr>
            <a:r>
              <a:rPr lang="nl-NL" b="0" dirty="0"/>
              <a:t>Last sprint:</a:t>
            </a:r>
          </a:p>
          <a:p>
            <a:pPr marL="537750" lvl="1" indent="-285750">
              <a:buFontTx/>
              <a:buChar char="-"/>
            </a:pPr>
            <a:r>
              <a:rPr lang="en-GB" b="0" dirty="0"/>
              <a:t>Full system testing</a:t>
            </a:r>
          </a:p>
          <a:p>
            <a:pPr marL="537750" lvl="1" indent="-285750">
              <a:buFontTx/>
              <a:buChar char="-"/>
            </a:pPr>
            <a:r>
              <a:rPr lang="en-GB" dirty="0"/>
              <a:t>Final bugfixes</a:t>
            </a:r>
          </a:p>
          <a:p>
            <a:pPr marL="537750" lvl="1" indent="-285750">
              <a:buFontTx/>
              <a:buChar char="-"/>
            </a:pPr>
            <a:r>
              <a:rPr lang="en-GB" b="0" dirty="0"/>
              <a:t>Polishing</a:t>
            </a:r>
          </a:p>
          <a:p>
            <a:pPr marL="537750" lvl="1" indent="-285750">
              <a:buFontTx/>
              <a:buChar char="-"/>
            </a:pPr>
            <a:r>
              <a:rPr lang="en-GB" dirty="0"/>
              <a:t>Presenting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93304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D4C2-0355-47D5-E15F-B0652F6B1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4C9C7C1-7B75-FA62-4FCD-0D1CCF80A448}"/>
              </a:ext>
            </a:extLst>
          </p:cNvPr>
          <p:cNvSpPr txBox="1">
            <a:spLocks/>
          </p:cNvSpPr>
          <p:nvPr/>
        </p:nvSpPr>
        <p:spPr>
          <a:xfrm>
            <a:off x="721295" y="670999"/>
            <a:ext cx="10515600" cy="888524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 err="1"/>
              <a:t>Weekly</a:t>
            </a:r>
            <a:r>
              <a:rPr lang="nl-NL" dirty="0"/>
              <a:t> </a:t>
            </a:r>
            <a:r>
              <a:rPr lang="nl-NL" dirty="0" err="1"/>
              <a:t>roles</a:t>
            </a:r>
            <a:endParaRPr lang="nl-NL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A64A7AF7-A517-D0E6-700E-8396CF7E3DD1}"/>
              </a:ext>
            </a:extLst>
          </p:cNvPr>
          <p:cNvSpPr txBox="1">
            <a:spLocks/>
          </p:cNvSpPr>
          <p:nvPr/>
        </p:nvSpPr>
        <p:spPr>
          <a:xfrm>
            <a:off x="721295" y="1559523"/>
            <a:ext cx="10515600" cy="3606194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nl-NL" b="0" dirty="0"/>
              <a:t>Group leader – Takes </a:t>
            </a:r>
            <a:r>
              <a:rPr lang="nl-NL" b="0" dirty="0" err="1"/>
              <a:t>the</a:t>
            </a:r>
            <a:r>
              <a:rPr lang="nl-NL" b="0" dirty="0"/>
              <a:t> lead in </a:t>
            </a:r>
            <a:r>
              <a:rPr lang="nl-NL" b="0" dirty="0" err="1"/>
              <a:t>the</a:t>
            </a:r>
            <a:r>
              <a:rPr lang="nl-NL" b="0" dirty="0"/>
              <a:t> meetings/planning</a:t>
            </a:r>
          </a:p>
          <a:p>
            <a:pPr marL="285750" indent="-285750">
              <a:buFontTx/>
              <a:buChar char="-"/>
            </a:pPr>
            <a:r>
              <a:rPr lang="nl-NL" b="0" dirty="0" err="1"/>
              <a:t>Secretary</a:t>
            </a:r>
            <a:r>
              <a:rPr lang="nl-NL" b="0" dirty="0"/>
              <a:t> – </a:t>
            </a:r>
            <a:r>
              <a:rPr lang="nl-NL" b="0" dirty="0" err="1"/>
              <a:t>Documents</a:t>
            </a:r>
            <a:r>
              <a:rPr lang="nl-NL" b="0" dirty="0"/>
              <a:t> </a:t>
            </a:r>
            <a:r>
              <a:rPr lang="nl-NL" b="0" dirty="0" err="1"/>
              <a:t>everything</a:t>
            </a:r>
            <a:r>
              <a:rPr lang="nl-NL" b="0" dirty="0"/>
              <a:t> </a:t>
            </a:r>
            <a:r>
              <a:rPr lang="nl-NL" b="0" dirty="0" err="1"/>
              <a:t>that’s</a:t>
            </a:r>
            <a:r>
              <a:rPr lang="nl-NL" b="0" dirty="0"/>
              <a:t> </a:t>
            </a:r>
            <a:r>
              <a:rPr lang="nl-NL" b="0" dirty="0" err="1"/>
              <a:t>said</a:t>
            </a:r>
            <a:r>
              <a:rPr lang="nl-NL" b="0" dirty="0"/>
              <a:t> in meetings</a:t>
            </a:r>
          </a:p>
          <a:p>
            <a:pPr marL="285750" indent="-285750">
              <a:buFontTx/>
              <a:buChar char="-"/>
            </a:pPr>
            <a:r>
              <a:rPr lang="nl-NL" b="0" dirty="0" err="1"/>
              <a:t>Everyone</a:t>
            </a:r>
            <a:r>
              <a:rPr lang="nl-NL" b="0" dirty="0"/>
              <a:t> </a:t>
            </a:r>
            <a:r>
              <a:rPr lang="nl-NL" b="0" dirty="0" err="1"/>
              <a:t>also</a:t>
            </a:r>
            <a:r>
              <a:rPr lang="nl-NL" b="0" dirty="0"/>
              <a:t> </a:t>
            </a:r>
            <a:r>
              <a:rPr lang="nl-NL" b="0" dirty="0" err="1"/>
              <a:t>works</a:t>
            </a:r>
            <a:r>
              <a:rPr lang="nl-NL" b="0" dirty="0"/>
              <a:t> on </a:t>
            </a:r>
            <a:r>
              <a:rPr lang="nl-NL" b="0" dirty="0" err="1"/>
              <a:t>programming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59589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9F3E-6E88-07FA-4619-91A78E3B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A80ABD25-8CA8-87F4-4BD6-E1910366F35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3735" y="2353867"/>
            <a:ext cx="3525860" cy="2603897"/>
          </a:xfrm>
        </p:spPr>
        <p:txBody>
          <a:bodyPr/>
          <a:lstStyle/>
          <a:p>
            <a:pPr marL="0" lvl="1" indent="0">
              <a:buNone/>
            </a:pPr>
            <a:r>
              <a:rPr lang="nl-NL" dirty="0">
                <a:solidFill>
                  <a:schemeClr val="accent1"/>
                </a:solidFill>
              </a:rPr>
              <a:t>The </a:t>
            </a:r>
            <a:r>
              <a:rPr lang="nl-NL" dirty="0" err="1">
                <a:solidFill>
                  <a:schemeClr val="accent1"/>
                </a:solidFill>
              </a:rPr>
              <a:t>main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attraction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FE0BCDD-AD0B-143A-C924-F57B4786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/>
              <a:t>Planboard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A0DCA9A-3A58-E722-B684-41DBEB103E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971" r="16971"/>
          <a:stretch/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236327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A066-BA81-7EED-C352-FC8C9C8A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2455-5DD6-73D4-36AB-294D99CF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D40820-3FBC-5F8A-1B29-B41C7262D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41055"/>
          <a:stretch>
            <a:fillRect/>
          </a:stretch>
        </p:blipFill>
        <p:spPr>
          <a:xfrm>
            <a:off x="261424" y="523916"/>
            <a:ext cx="11669152" cy="486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49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48EC-9329-9761-1D5E-D4BE4AF2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2192-7A19-DD7C-7C23-A200CBE5A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992" y="428176"/>
            <a:ext cx="10515600" cy="888524"/>
          </a:xfrm>
        </p:spPr>
        <p:txBody>
          <a:bodyPr/>
          <a:lstStyle/>
          <a:p>
            <a:r>
              <a:rPr lang="nl-NL" dirty="0"/>
              <a:t>User </a:t>
            </a:r>
            <a:r>
              <a:rPr lang="nl-NL" dirty="0" err="1"/>
              <a:t>stories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3B1F-9268-4BF3-FD86-F7886B401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992" y="1316700"/>
            <a:ext cx="10515600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 user story:</a:t>
            </a:r>
          </a:p>
          <a:p>
            <a:pPr marL="537750" lvl="1" indent="-285750"/>
            <a:r>
              <a:rPr lang="nl-NL" dirty="0"/>
              <a:t>As a [</a:t>
            </a:r>
            <a:r>
              <a:rPr lang="nl-NL" dirty="0" err="1"/>
              <a:t>role</a:t>
            </a:r>
            <a:r>
              <a:rPr lang="nl-NL" dirty="0"/>
              <a:t>] I </a:t>
            </a:r>
            <a:r>
              <a:rPr lang="nl-NL" dirty="0" err="1"/>
              <a:t>would</a:t>
            </a:r>
            <a:r>
              <a:rPr lang="nl-NL" dirty="0"/>
              <a:t> like </a:t>
            </a:r>
            <a:r>
              <a:rPr lang="nl-NL" dirty="0" err="1"/>
              <a:t>to</a:t>
            </a:r>
            <a:r>
              <a:rPr lang="nl-NL" dirty="0"/>
              <a:t> [</a:t>
            </a:r>
            <a:r>
              <a:rPr lang="nl-NL" dirty="0" err="1"/>
              <a:t>activity</a:t>
            </a:r>
            <a:r>
              <a:rPr lang="nl-NL" dirty="0"/>
              <a:t>]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[goal] </a:t>
            </a:r>
            <a:r>
              <a:rPr lang="nl-NL" b="0" dirty="0"/>
              <a:t>(</a:t>
            </a:r>
            <a:r>
              <a:rPr lang="nl-NL" b="0" dirty="0" err="1"/>
              <a:t>the</a:t>
            </a:r>
            <a:r>
              <a:rPr lang="nl-NL" b="0" dirty="0"/>
              <a:t> last part is </a:t>
            </a:r>
            <a:r>
              <a:rPr lang="nl-NL" b="0" dirty="0" err="1"/>
              <a:t>optional</a:t>
            </a:r>
            <a:r>
              <a:rPr lang="nl-NL" b="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 priority: </a:t>
            </a:r>
          </a:p>
          <a:p>
            <a:pPr marL="537750" lvl="1" indent="-285750"/>
            <a:r>
              <a:rPr lang="nl-NL" b="0" dirty="0"/>
              <a:t>Must have/</a:t>
            </a:r>
            <a:r>
              <a:rPr lang="nl-NL" b="0" dirty="0" err="1"/>
              <a:t>should</a:t>
            </a:r>
            <a:r>
              <a:rPr lang="nl-NL" b="0" dirty="0"/>
              <a:t> have/</a:t>
            </a:r>
            <a:r>
              <a:rPr lang="nl-NL" b="0" dirty="0" err="1"/>
              <a:t>could</a:t>
            </a:r>
            <a:r>
              <a:rPr lang="nl-NL" b="0" dirty="0"/>
              <a:t> have/</a:t>
            </a:r>
            <a:r>
              <a:rPr lang="nl-NL" b="0" dirty="0" err="1"/>
              <a:t>won’t</a:t>
            </a:r>
            <a:r>
              <a:rPr lang="nl-NL" b="0" dirty="0"/>
              <a:t> have</a:t>
            </a:r>
          </a:p>
          <a:p>
            <a:pPr lvl="1" indent="0">
              <a:buNone/>
            </a:pPr>
            <a:endParaRPr lang="nl-NL" b="0" dirty="0"/>
          </a:p>
          <a:p>
            <a:r>
              <a:rPr lang="nl-NL" b="0" dirty="0" err="1"/>
              <a:t>Example</a:t>
            </a:r>
            <a:r>
              <a:rPr lang="nl-NL" b="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As a </a:t>
            </a:r>
            <a:r>
              <a:rPr lang="nl-NL" b="0" u="sng" dirty="0"/>
              <a:t>user</a:t>
            </a:r>
            <a:r>
              <a:rPr lang="nl-NL" b="0" dirty="0"/>
              <a:t> I </a:t>
            </a:r>
            <a:r>
              <a:rPr lang="nl-NL" b="0" dirty="0" err="1"/>
              <a:t>would</a:t>
            </a:r>
            <a:r>
              <a:rPr lang="nl-NL" b="0" dirty="0"/>
              <a:t> like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u="sng" dirty="0"/>
              <a:t>share </a:t>
            </a:r>
            <a:r>
              <a:rPr lang="nl-NL" b="0" u="sng" dirty="0" err="1"/>
              <a:t>posts</a:t>
            </a:r>
            <a:r>
              <a:rPr lang="nl-NL" b="0" u="sng" dirty="0"/>
              <a:t> </a:t>
            </a:r>
            <a:r>
              <a:rPr lang="nl-NL" b="0" u="sng" dirty="0" err="1"/>
              <a:t>to</a:t>
            </a:r>
            <a:r>
              <a:rPr lang="nl-NL" b="0" u="sng" dirty="0"/>
              <a:t> </a:t>
            </a:r>
            <a:r>
              <a:rPr lang="nl-NL" b="0" u="sng" dirty="0" err="1"/>
              <a:t>other</a:t>
            </a:r>
            <a:r>
              <a:rPr lang="nl-NL" b="0" u="sng" dirty="0"/>
              <a:t> apps</a:t>
            </a:r>
            <a:r>
              <a:rPr lang="nl-NL" b="0" dirty="0"/>
              <a:t> </a:t>
            </a:r>
            <a:r>
              <a:rPr lang="nl-NL" b="0" dirty="0" err="1"/>
              <a:t>so</a:t>
            </a:r>
            <a:r>
              <a:rPr lang="nl-NL" b="0" dirty="0"/>
              <a:t> </a:t>
            </a:r>
            <a:r>
              <a:rPr lang="nl-NL" b="0" dirty="0" err="1"/>
              <a:t>that</a:t>
            </a:r>
            <a:r>
              <a:rPr lang="nl-NL" b="0" dirty="0"/>
              <a:t> </a:t>
            </a:r>
            <a:r>
              <a:rPr lang="nl-NL" b="0" u="sng" dirty="0" err="1"/>
              <a:t>my</a:t>
            </a:r>
            <a:r>
              <a:rPr lang="nl-NL" b="0" u="sng" dirty="0"/>
              <a:t> </a:t>
            </a:r>
            <a:r>
              <a:rPr lang="nl-NL" b="0" u="sng" dirty="0" err="1"/>
              <a:t>friends</a:t>
            </a:r>
            <a:r>
              <a:rPr lang="nl-NL" b="0" u="sng" dirty="0"/>
              <a:t> </a:t>
            </a:r>
            <a:r>
              <a:rPr lang="nl-NL" b="0" u="sng" dirty="0" err="1"/>
              <a:t>can</a:t>
            </a:r>
            <a:r>
              <a:rPr lang="nl-NL" b="0" u="sng" dirty="0"/>
              <a:t> </a:t>
            </a:r>
            <a:r>
              <a:rPr lang="nl-NL" b="0" u="sng" dirty="0" err="1"/>
              <a:t>still</a:t>
            </a:r>
            <a:r>
              <a:rPr lang="nl-NL" b="0" u="sng" dirty="0"/>
              <a:t> </a:t>
            </a:r>
            <a:r>
              <a:rPr lang="nl-NL" b="0" u="sng" dirty="0" err="1"/>
              <a:t>see</a:t>
            </a:r>
            <a:r>
              <a:rPr lang="nl-NL" b="0" u="sng" dirty="0"/>
              <a:t> </a:t>
            </a:r>
            <a:r>
              <a:rPr lang="nl-NL" b="0" u="sng" dirty="0" err="1"/>
              <a:t>them</a:t>
            </a:r>
            <a:r>
              <a:rPr lang="nl-NL" b="0" u="sng" dirty="0"/>
              <a:t> without </a:t>
            </a:r>
            <a:r>
              <a:rPr lang="nl-NL" b="0" u="sng" dirty="0" err="1"/>
              <a:t>an</a:t>
            </a:r>
            <a:r>
              <a:rPr lang="nl-NL" b="0" u="sng" dirty="0"/>
              <a:t> account</a:t>
            </a:r>
            <a:r>
              <a:rPr lang="nl-NL" b="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As a </a:t>
            </a:r>
            <a:r>
              <a:rPr lang="nl-NL" b="0" u="sng" dirty="0" err="1"/>
              <a:t>player</a:t>
            </a:r>
            <a:r>
              <a:rPr lang="nl-NL" b="0" dirty="0"/>
              <a:t> I </a:t>
            </a:r>
            <a:r>
              <a:rPr lang="nl-NL" b="0" dirty="0" err="1"/>
              <a:t>would</a:t>
            </a:r>
            <a:r>
              <a:rPr lang="nl-NL" b="0" dirty="0"/>
              <a:t> like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u="sng" dirty="0" err="1"/>
              <a:t>see</a:t>
            </a:r>
            <a:r>
              <a:rPr lang="nl-NL" b="0" u="sng" dirty="0"/>
              <a:t> </a:t>
            </a:r>
            <a:r>
              <a:rPr lang="nl-NL" b="0" u="sng" dirty="0" err="1"/>
              <a:t>my</a:t>
            </a:r>
            <a:r>
              <a:rPr lang="nl-NL" b="0" u="sng" dirty="0"/>
              <a:t> time on a leaderboard</a:t>
            </a:r>
            <a:r>
              <a:rPr lang="nl-NL" b="0" dirty="0"/>
              <a:t> </a:t>
            </a:r>
            <a:r>
              <a:rPr lang="nl-NL" b="0" dirty="0" err="1"/>
              <a:t>so</a:t>
            </a:r>
            <a:r>
              <a:rPr lang="nl-NL" b="0" dirty="0"/>
              <a:t> </a:t>
            </a:r>
            <a:r>
              <a:rPr lang="nl-NL" b="0" dirty="0" err="1"/>
              <a:t>that</a:t>
            </a:r>
            <a:r>
              <a:rPr lang="nl-NL" b="0" dirty="0"/>
              <a:t> </a:t>
            </a:r>
            <a:r>
              <a:rPr lang="nl-NL" b="0" u="sng" dirty="0"/>
              <a:t>I </a:t>
            </a:r>
            <a:r>
              <a:rPr lang="nl-NL" b="0" u="sng" dirty="0" err="1"/>
              <a:t>can</a:t>
            </a:r>
            <a:r>
              <a:rPr lang="nl-NL" b="0" u="sng" dirty="0"/>
              <a:t> </a:t>
            </a:r>
            <a:r>
              <a:rPr lang="nl-NL" b="0" u="sng" dirty="0" err="1"/>
              <a:t>see</a:t>
            </a:r>
            <a:r>
              <a:rPr lang="nl-NL" b="0" u="sng" dirty="0"/>
              <a:t> </a:t>
            </a:r>
            <a:r>
              <a:rPr lang="nl-NL" b="0" u="sng" dirty="0" err="1"/>
              <a:t>how</a:t>
            </a:r>
            <a:r>
              <a:rPr lang="nl-NL" b="0" u="sng" dirty="0"/>
              <a:t> well I </a:t>
            </a:r>
            <a:r>
              <a:rPr lang="nl-NL" b="0" u="sng" dirty="0" err="1"/>
              <a:t>did</a:t>
            </a:r>
            <a:r>
              <a:rPr lang="nl-NL" b="0" u="sng" dirty="0"/>
              <a:t> </a:t>
            </a:r>
            <a:r>
              <a:rPr lang="nl-NL" b="0" u="sng" dirty="0" err="1"/>
              <a:t>compared</a:t>
            </a:r>
            <a:r>
              <a:rPr lang="nl-NL" b="0" u="sng" dirty="0"/>
              <a:t> </a:t>
            </a:r>
            <a:r>
              <a:rPr lang="nl-NL" b="0" u="sng" dirty="0" err="1"/>
              <a:t>to</a:t>
            </a:r>
            <a:r>
              <a:rPr lang="nl-NL" b="0" u="sng" dirty="0"/>
              <a:t> </a:t>
            </a:r>
            <a:r>
              <a:rPr lang="nl-NL" b="0" u="sng" dirty="0" err="1"/>
              <a:t>others</a:t>
            </a:r>
            <a:endParaRPr lang="nl-NL" b="0" u="sng" dirty="0"/>
          </a:p>
          <a:p>
            <a:endParaRPr lang="nl-NL" b="0" u="sng" dirty="0"/>
          </a:p>
        </p:txBody>
      </p:sp>
    </p:spTree>
    <p:extLst>
      <p:ext uri="{BB962C8B-B14F-4D97-AF65-F5344CB8AC3E}">
        <p14:creationId xmlns:p14="http://schemas.microsoft.com/office/powerpoint/2010/main" val="219869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42C0-E64F-D739-EF00-22830D70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0E70-FE84-3B7A-FCC6-B5115F39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D2E87B-6FED-145E-E760-3CF14C1F4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1055"/>
          <a:stretch>
            <a:fillRect/>
          </a:stretch>
        </p:blipFill>
        <p:spPr>
          <a:xfrm>
            <a:off x="261424" y="523916"/>
            <a:ext cx="11669152" cy="48636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37DFD8-66FA-90A2-2E3D-1BD891E21C22}"/>
              </a:ext>
            </a:extLst>
          </p:cNvPr>
          <p:cNvSpPr/>
          <p:nvPr/>
        </p:nvSpPr>
        <p:spPr>
          <a:xfrm>
            <a:off x="437636" y="1295400"/>
            <a:ext cx="2066078" cy="186871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50" dirty="0">
                <a:solidFill>
                  <a:schemeClr val="tx1"/>
                </a:solidFill>
              </a:rPr>
              <a:t>As a </a:t>
            </a:r>
            <a:r>
              <a:rPr lang="nl-NL" sz="1450" u="sng" dirty="0">
                <a:solidFill>
                  <a:schemeClr val="tx1"/>
                </a:solidFill>
              </a:rPr>
              <a:t>user</a:t>
            </a:r>
            <a:r>
              <a:rPr lang="nl-NL" sz="1450" dirty="0">
                <a:solidFill>
                  <a:schemeClr val="tx1"/>
                </a:solidFill>
              </a:rPr>
              <a:t> I </a:t>
            </a:r>
            <a:r>
              <a:rPr lang="nl-NL" sz="1450" dirty="0" err="1">
                <a:solidFill>
                  <a:schemeClr val="tx1"/>
                </a:solidFill>
              </a:rPr>
              <a:t>would</a:t>
            </a:r>
            <a:r>
              <a:rPr lang="nl-NL" sz="1450" dirty="0">
                <a:solidFill>
                  <a:schemeClr val="tx1"/>
                </a:solidFill>
              </a:rPr>
              <a:t> like </a:t>
            </a:r>
            <a:r>
              <a:rPr lang="nl-NL" sz="1450" dirty="0" err="1">
                <a:solidFill>
                  <a:schemeClr val="tx1"/>
                </a:solidFill>
              </a:rPr>
              <a:t>to</a:t>
            </a:r>
            <a:r>
              <a:rPr lang="nl-NL" sz="1450" dirty="0">
                <a:solidFill>
                  <a:schemeClr val="tx1"/>
                </a:solidFill>
              </a:rPr>
              <a:t> </a:t>
            </a:r>
            <a:r>
              <a:rPr lang="nl-NL" sz="1450" u="sng" dirty="0">
                <a:solidFill>
                  <a:schemeClr val="tx1"/>
                </a:solidFill>
              </a:rPr>
              <a:t>share </a:t>
            </a:r>
            <a:r>
              <a:rPr lang="nl-NL" sz="1450" u="sng" dirty="0" err="1">
                <a:solidFill>
                  <a:schemeClr val="tx1"/>
                </a:solidFill>
              </a:rPr>
              <a:t>posts</a:t>
            </a:r>
            <a:r>
              <a:rPr lang="nl-NL" sz="1450" u="sng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to</a:t>
            </a:r>
            <a:r>
              <a:rPr lang="nl-NL" sz="1450" u="sng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other</a:t>
            </a:r>
            <a:r>
              <a:rPr lang="nl-NL" sz="1450" u="sng" dirty="0">
                <a:solidFill>
                  <a:schemeClr val="tx1"/>
                </a:solidFill>
              </a:rPr>
              <a:t> apps</a:t>
            </a:r>
            <a:r>
              <a:rPr lang="nl-NL" sz="1450" dirty="0">
                <a:solidFill>
                  <a:schemeClr val="tx1"/>
                </a:solidFill>
              </a:rPr>
              <a:t> </a:t>
            </a:r>
            <a:r>
              <a:rPr lang="nl-NL" sz="1450" dirty="0" err="1">
                <a:solidFill>
                  <a:schemeClr val="tx1"/>
                </a:solidFill>
              </a:rPr>
              <a:t>so</a:t>
            </a:r>
            <a:r>
              <a:rPr lang="nl-NL" sz="1450" dirty="0">
                <a:solidFill>
                  <a:schemeClr val="tx1"/>
                </a:solidFill>
              </a:rPr>
              <a:t> </a:t>
            </a:r>
            <a:r>
              <a:rPr lang="nl-NL" sz="1450" dirty="0" err="1">
                <a:solidFill>
                  <a:schemeClr val="tx1"/>
                </a:solidFill>
              </a:rPr>
              <a:t>that</a:t>
            </a:r>
            <a:r>
              <a:rPr lang="nl-NL" sz="1450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my</a:t>
            </a:r>
            <a:r>
              <a:rPr lang="nl-NL" sz="1450" u="sng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friends</a:t>
            </a:r>
            <a:r>
              <a:rPr lang="nl-NL" sz="1450" u="sng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can</a:t>
            </a:r>
            <a:r>
              <a:rPr lang="nl-NL" sz="1450" u="sng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still</a:t>
            </a:r>
            <a:r>
              <a:rPr lang="nl-NL" sz="1450" u="sng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see</a:t>
            </a:r>
            <a:r>
              <a:rPr lang="nl-NL" sz="1450" u="sng" dirty="0">
                <a:solidFill>
                  <a:schemeClr val="tx1"/>
                </a:solidFill>
              </a:rPr>
              <a:t> </a:t>
            </a:r>
            <a:r>
              <a:rPr lang="nl-NL" sz="1450" u="sng" dirty="0" err="1">
                <a:solidFill>
                  <a:schemeClr val="tx1"/>
                </a:solidFill>
              </a:rPr>
              <a:t>them</a:t>
            </a:r>
            <a:r>
              <a:rPr lang="nl-NL" sz="1450" u="sng" dirty="0">
                <a:solidFill>
                  <a:schemeClr val="tx1"/>
                </a:solidFill>
              </a:rPr>
              <a:t> without </a:t>
            </a:r>
            <a:r>
              <a:rPr lang="nl-NL" sz="1450" u="sng" dirty="0" err="1">
                <a:solidFill>
                  <a:schemeClr val="tx1"/>
                </a:solidFill>
              </a:rPr>
              <a:t>an</a:t>
            </a:r>
            <a:r>
              <a:rPr lang="nl-NL" sz="1450" u="sng" dirty="0">
                <a:solidFill>
                  <a:schemeClr val="tx1"/>
                </a:solidFill>
              </a:rPr>
              <a:t> account</a:t>
            </a:r>
            <a:r>
              <a:rPr lang="nl-NL" sz="145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GB" sz="1450" dirty="0">
              <a:solidFill>
                <a:schemeClr val="tx1"/>
              </a:solidFill>
            </a:endParaRPr>
          </a:p>
          <a:p>
            <a:pPr algn="ctr"/>
            <a:endParaRPr lang="en-GB" sz="145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B4AB8-1A83-FB10-5F56-B7609A481D83}"/>
              </a:ext>
            </a:extLst>
          </p:cNvPr>
          <p:cNvSpPr txBox="1"/>
          <p:nvPr/>
        </p:nvSpPr>
        <p:spPr>
          <a:xfrm>
            <a:off x="437636" y="2771092"/>
            <a:ext cx="206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/>
              <a:t>Should</a:t>
            </a:r>
            <a:r>
              <a:rPr lang="nl-NL" b="1" dirty="0"/>
              <a:t> have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615497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3882D-5CE8-5A0C-3326-89610856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D3BE-9BFB-C3E5-04C1-4F23A333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958" y="808567"/>
            <a:ext cx="10515600" cy="888524"/>
          </a:xfrm>
        </p:spPr>
        <p:txBody>
          <a:bodyPr/>
          <a:lstStyle/>
          <a:p>
            <a:r>
              <a:rPr lang="nl-NL" dirty="0" err="1"/>
              <a:t>Assignment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FC8B3-E47F-ABFC-7FB3-CB881E5EB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958" y="1697091"/>
            <a:ext cx="10515600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Create</a:t>
            </a:r>
            <a:r>
              <a:rPr lang="nl-NL" b="0" dirty="0"/>
              <a:t> a </a:t>
            </a:r>
            <a:r>
              <a:rPr lang="nl-NL" b="0" dirty="0" err="1"/>
              <a:t>Functional</a:t>
            </a:r>
            <a:r>
              <a:rPr lang="nl-NL" b="0" dirty="0"/>
              <a:t> Design Document </a:t>
            </a:r>
            <a:r>
              <a:rPr lang="nl-NL" b="0" dirty="0" err="1"/>
              <a:t>with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use</a:t>
            </a:r>
            <a:r>
              <a:rPr lang="nl-NL" b="0" dirty="0"/>
              <a:t> of user </a:t>
            </a:r>
            <a:r>
              <a:rPr lang="nl-NL" b="0" dirty="0" err="1"/>
              <a:t>stories</a:t>
            </a:r>
            <a:r>
              <a:rPr lang="nl-NL" b="0" dirty="0"/>
              <a:t> </a:t>
            </a:r>
            <a:r>
              <a:rPr lang="nl-NL" b="0" dirty="0" err="1"/>
              <a:t>and</a:t>
            </a:r>
            <a:r>
              <a:rPr lang="nl-NL" b="0" dirty="0"/>
              <a:t> a Technical Design Document </a:t>
            </a:r>
            <a:r>
              <a:rPr lang="nl-NL" b="0" dirty="0" err="1"/>
              <a:t>connected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FDD</a:t>
            </a:r>
          </a:p>
          <a:p>
            <a:pPr marL="537750" lvl="1" indent="-285750"/>
            <a:r>
              <a:rPr lang="nl-NL" b="0" dirty="0"/>
              <a:t>A user story:</a:t>
            </a:r>
          </a:p>
          <a:p>
            <a:pPr marL="897750" lvl="2" indent="-285750"/>
            <a:r>
              <a:rPr lang="nl-NL" dirty="0"/>
              <a:t>As a [</a:t>
            </a:r>
            <a:r>
              <a:rPr lang="nl-NL" dirty="0" err="1"/>
              <a:t>role</a:t>
            </a:r>
            <a:r>
              <a:rPr lang="nl-NL" dirty="0"/>
              <a:t>] I </a:t>
            </a:r>
            <a:r>
              <a:rPr lang="nl-NL" dirty="0" err="1"/>
              <a:t>would</a:t>
            </a:r>
            <a:r>
              <a:rPr lang="nl-NL" dirty="0"/>
              <a:t> like </a:t>
            </a:r>
            <a:r>
              <a:rPr lang="nl-NL" dirty="0" err="1"/>
              <a:t>to</a:t>
            </a:r>
            <a:r>
              <a:rPr lang="nl-NL" dirty="0"/>
              <a:t> [</a:t>
            </a:r>
            <a:r>
              <a:rPr lang="nl-NL" dirty="0" err="1"/>
              <a:t>activity</a:t>
            </a:r>
            <a:r>
              <a:rPr lang="nl-NL" dirty="0"/>
              <a:t>]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[goal] </a:t>
            </a:r>
          </a:p>
          <a:p>
            <a:pPr marL="1293750" lvl="3" indent="-285750"/>
            <a:r>
              <a:rPr lang="nl-NL" b="0" dirty="0"/>
              <a:t>(</a:t>
            </a:r>
            <a:r>
              <a:rPr lang="nl-NL" b="0" dirty="0" err="1"/>
              <a:t>the</a:t>
            </a:r>
            <a:r>
              <a:rPr lang="nl-NL" b="0" dirty="0"/>
              <a:t> goal is </a:t>
            </a:r>
            <a:r>
              <a:rPr lang="nl-NL" b="0" dirty="0" err="1"/>
              <a:t>optional</a:t>
            </a:r>
            <a:r>
              <a:rPr lang="nl-NL" b="0" dirty="0"/>
              <a:t>)</a:t>
            </a:r>
          </a:p>
          <a:p>
            <a:pPr marL="537750" lvl="1" indent="-285750"/>
            <a:r>
              <a:rPr lang="nl-NL" b="0" dirty="0"/>
              <a:t>A priority: </a:t>
            </a:r>
          </a:p>
          <a:p>
            <a:pPr marL="897750" lvl="2" indent="-285750"/>
            <a:r>
              <a:rPr lang="nl-NL" b="0" dirty="0"/>
              <a:t>Must have/</a:t>
            </a:r>
            <a:r>
              <a:rPr lang="nl-NL" b="0" dirty="0" err="1"/>
              <a:t>should</a:t>
            </a:r>
            <a:r>
              <a:rPr lang="nl-NL" b="0" dirty="0"/>
              <a:t> have/</a:t>
            </a:r>
            <a:r>
              <a:rPr lang="nl-NL" b="0" dirty="0" err="1"/>
              <a:t>could</a:t>
            </a:r>
            <a:r>
              <a:rPr lang="nl-NL" b="0" dirty="0"/>
              <a:t> have/</a:t>
            </a:r>
            <a:r>
              <a:rPr lang="nl-NL" b="0" dirty="0" err="1"/>
              <a:t>won’t</a:t>
            </a:r>
            <a:r>
              <a:rPr lang="nl-NL" b="0" dirty="0"/>
              <a:t> have</a:t>
            </a:r>
          </a:p>
          <a:p>
            <a:pPr marL="537750" lvl="1" indent="-285750"/>
            <a:r>
              <a:rPr lang="nl-NL" b="0" dirty="0"/>
              <a:t>Tips:</a:t>
            </a:r>
          </a:p>
          <a:p>
            <a:pPr marL="897750" lvl="2" indent="-285750"/>
            <a:r>
              <a:rPr lang="en-GB" b="0" dirty="0"/>
              <a:t>Create a description of your product</a:t>
            </a:r>
          </a:p>
          <a:p>
            <a:pPr marL="897750" lvl="2" indent="-285750"/>
            <a:r>
              <a:rPr lang="en-GB" b="0" dirty="0"/>
              <a:t>Create a list of functionalities with priorities </a:t>
            </a:r>
          </a:p>
          <a:p>
            <a:pPr marL="897750" lvl="2" indent="-285750"/>
            <a:r>
              <a:rPr lang="en-GB" dirty="0"/>
              <a:t>T</a:t>
            </a:r>
            <a:r>
              <a:rPr lang="en-GB" b="0" dirty="0"/>
              <a:t>ranslate them to user stories using AI.</a:t>
            </a:r>
          </a:p>
          <a:p>
            <a:pPr marL="1293750" lvl="3" indent="-285750"/>
            <a:r>
              <a:rPr lang="en-GB" dirty="0"/>
              <a:t>Use the user story template as seen above</a:t>
            </a:r>
            <a:r>
              <a:rPr lang="en-GB" b="0" dirty="0"/>
              <a:t> </a:t>
            </a:r>
          </a:p>
          <a:p>
            <a:pPr marL="897750" lvl="2" indent="-285750"/>
            <a:r>
              <a:rPr lang="en-GB" dirty="0"/>
              <a:t>Make sure to check if the user stories are correct and complete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96439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20A8-DF0F-0C6B-D5FE-7B9064FC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F616-FFEB-5662-4C5F-A4366123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958" y="808567"/>
            <a:ext cx="10515600" cy="888524"/>
          </a:xfrm>
        </p:spPr>
        <p:txBody>
          <a:bodyPr/>
          <a:lstStyle/>
          <a:p>
            <a:r>
              <a:rPr lang="nl-NL" dirty="0" err="1"/>
              <a:t>Assignment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5CCBE-41B5-024C-D72B-11EED3DC8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958" y="1697091"/>
            <a:ext cx="10515600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Create</a:t>
            </a:r>
            <a:r>
              <a:rPr lang="nl-NL" b="0" dirty="0"/>
              <a:t> a test form </a:t>
            </a:r>
            <a:r>
              <a:rPr lang="nl-NL" b="0" dirty="0" err="1"/>
              <a:t>from</a:t>
            </a:r>
            <a:r>
              <a:rPr lang="nl-NL" b="0" dirty="0"/>
              <a:t> </a:t>
            </a:r>
            <a:r>
              <a:rPr lang="nl-NL" b="0" dirty="0" err="1"/>
              <a:t>your</a:t>
            </a:r>
            <a:r>
              <a:rPr lang="nl-NL" b="0" dirty="0"/>
              <a:t> design </a:t>
            </a:r>
            <a:r>
              <a:rPr lang="nl-NL" b="0" dirty="0" err="1"/>
              <a:t>documents</a:t>
            </a:r>
            <a:r>
              <a:rPr lang="nl-NL" b="0" dirty="0"/>
              <a:t> </a:t>
            </a:r>
            <a:r>
              <a:rPr lang="nl-NL" b="0" dirty="0" err="1"/>
              <a:t>which</a:t>
            </a:r>
            <a:r>
              <a:rPr lang="nl-NL" b="0" dirty="0"/>
              <a:t> </a:t>
            </a:r>
            <a:r>
              <a:rPr lang="nl-NL" b="0" dirty="0" err="1"/>
              <a:t>you’ll</a:t>
            </a:r>
            <a:r>
              <a:rPr lang="nl-NL" b="0" dirty="0"/>
              <a:t> </a:t>
            </a:r>
            <a:r>
              <a:rPr lang="nl-NL" b="0" dirty="0" err="1"/>
              <a:t>perform</a:t>
            </a:r>
            <a:r>
              <a:rPr lang="nl-NL" b="0" dirty="0"/>
              <a:t> </a:t>
            </a:r>
            <a:r>
              <a:rPr lang="nl-NL" b="0" dirty="0" err="1"/>
              <a:t>during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third</a:t>
            </a:r>
            <a:r>
              <a:rPr lang="nl-NL" b="0" dirty="0"/>
              <a:t> sprint of </a:t>
            </a:r>
            <a:r>
              <a:rPr lang="nl-NL" b="0" dirty="0" err="1"/>
              <a:t>the</a:t>
            </a:r>
            <a:r>
              <a:rPr lang="nl-NL" b="0" dirty="0"/>
              <a:t> project.</a:t>
            </a:r>
          </a:p>
          <a:p>
            <a:pPr marL="537750" lvl="1" indent="-285750"/>
            <a:r>
              <a:rPr lang="nl-NL" b="0" dirty="0"/>
              <a:t>Tips:</a:t>
            </a:r>
          </a:p>
          <a:p>
            <a:pPr marL="897750" lvl="2" indent="-285750"/>
            <a:r>
              <a:rPr lang="en-GB" b="0" dirty="0"/>
              <a:t>Let an AI translate your design documents into a test (use the template!)</a:t>
            </a:r>
          </a:p>
          <a:p>
            <a:pPr marL="897750" lvl="2" indent="-285750"/>
            <a:r>
              <a:rPr lang="en-GB" b="0" dirty="0"/>
              <a:t>Discuss the results with your group and adjust them</a:t>
            </a:r>
            <a:r>
              <a:rPr lang="en-GB" dirty="0"/>
              <a:t> where needed.</a:t>
            </a:r>
            <a:endParaRPr lang="en-GB" b="0" dirty="0"/>
          </a:p>
          <a:p>
            <a:pPr marL="897750" lvl="2" indent="-285750"/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529089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A9D5A-7CA2-A554-D7B3-F0055F8F1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4C7C703-61EA-3B2D-BBCE-EF1EBF66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 err="1"/>
              <a:t>Questions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EF55-A4D2-3498-DAE5-F5389E163AE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Picture Placeholder 19" descr="A sign with white letters&#10;&#10;AI-generated content may be incorrect.">
            <a:extLst>
              <a:ext uri="{FF2B5EF4-FFF2-40B4-BE49-F238E27FC236}">
                <a16:creationId xmlns:a16="http://schemas.microsoft.com/office/drawing/2014/main" id="{2F5820E3-72D3-4956-F306-47275D3F8B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102" t="21871" r="21969" b="37314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212770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B1D09-A6B1-0523-AE72-F5345A35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EE41D25-CE55-BDFD-8439-0A5156A33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630" y="3850641"/>
            <a:ext cx="5748050" cy="1486060"/>
          </a:xfrm>
        </p:spPr>
        <p:txBody>
          <a:bodyPr/>
          <a:lstStyle/>
          <a:p>
            <a:r>
              <a:rPr lang="nl-NL" sz="4800" b="1" dirty="0"/>
              <a:t>Agile project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B2F27B42-BCD8-CFB4-4130-82319F901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2630" y="5472432"/>
            <a:ext cx="5748050" cy="322369"/>
          </a:xfrm>
        </p:spPr>
        <p:txBody>
          <a:bodyPr>
            <a:normAutofit fontScale="85000" lnSpcReduction="20000"/>
          </a:bodyPr>
          <a:lstStyle/>
          <a:p>
            <a:r>
              <a:rPr lang="nl-NL" dirty="0" err="1"/>
              <a:t>Lesson</a:t>
            </a:r>
            <a:r>
              <a:rPr lang="nl-NL" dirty="0"/>
              <a:t> 3 – Using </a:t>
            </a:r>
            <a:r>
              <a:rPr lang="nl-NL" dirty="0" err="1"/>
              <a:t>the</a:t>
            </a:r>
            <a:r>
              <a:rPr lang="nl-NL" dirty="0"/>
              <a:t> planboard </a:t>
            </a:r>
          </a:p>
        </p:txBody>
      </p:sp>
    </p:spTree>
    <p:extLst>
      <p:ext uri="{BB962C8B-B14F-4D97-AF65-F5344CB8AC3E}">
        <p14:creationId xmlns:p14="http://schemas.microsoft.com/office/powerpoint/2010/main" val="1824773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D03A0-88F5-99E0-26B2-7E10E881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869C1AED-9328-9081-C878-B28FDEC30F7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3735" y="2662733"/>
            <a:ext cx="3525860" cy="2295031"/>
          </a:xfrm>
        </p:spPr>
        <p:txBody>
          <a:bodyPr/>
          <a:lstStyle/>
          <a:p>
            <a:pPr marL="0" lvl="1" indent="0">
              <a:buNone/>
            </a:pPr>
            <a:r>
              <a:rPr lang="nl-NL" dirty="0" err="1">
                <a:solidFill>
                  <a:schemeClr val="accent1"/>
                </a:solidFill>
              </a:rPr>
              <a:t>Discussing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your</a:t>
            </a:r>
            <a:r>
              <a:rPr lang="nl-NL" dirty="0">
                <a:solidFill>
                  <a:schemeClr val="accent1"/>
                </a:solidFill>
              </a:rPr>
              <a:t> goals </a:t>
            </a:r>
            <a:r>
              <a:rPr lang="nl-NL" dirty="0" err="1">
                <a:solidFill>
                  <a:schemeClr val="accent1"/>
                </a:solidFill>
              </a:rPr>
              <a:t>for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week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502BB13-9C4D-FF14-9E14-847040A4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0" y="1564888"/>
            <a:ext cx="3370853" cy="666393"/>
          </a:xfrm>
        </p:spPr>
        <p:txBody>
          <a:bodyPr/>
          <a:lstStyle/>
          <a:p>
            <a:r>
              <a:rPr lang="nl-NL" dirty="0" err="1"/>
              <a:t>Weekly</a:t>
            </a:r>
            <a:r>
              <a:rPr lang="nl-NL" dirty="0"/>
              <a:t> sprint planning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C6F21F7-FA1E-F779-B09A-60EF961804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1253" r="2683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2620162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AE7B3-49E9-28DF-4D05-70B8794A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CF199FC-40E9-41DC-8723-817160AB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068" y="0"/>
            <a:ext cx="11209863" cy="790247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992B109-911F-A449-CE7A-B1DDF9DE58E8}"/>
              </a:ext>
            </a:extLst>
          </p:cNvPr>
          <p:cNvCxnSpPr>
            <a:cxnSpLocks/>
          </p:cNvCxnSpPr>
          <p:nvPr/>
        </p:nvCxnSpPr>
        <p:spPr>
          <a:xfrm flipH="1" flipV="1">
            <a:off x="3490687" y="4484914"/>
            <a:ext cx="457199" cy="529771"/>
          </a:xfrm>
          <a:prstGeom prst="straightConnector1">
            <a:avLst/>
          </a:prstGeom>
          <a:ln w="76200" cap="flat" cmpd="sng" algn="ctr">
            <a:solidFill>
              <a:srgbClr val="A176D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451D1C5-CF35-BB51-4845-ED362E695397}"/>
              </a:ext>
            </a:extLst>
          </p:cNvPr>
          <p:cNvSpPr txBox="1"/>
          <p:nvPr/>
        </p:nvSpPr>
        <p:spPr>
          <a:xfrm>
            <a:off x="3490687" y="5014685"/>
            <a:ext cx="178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u="sng" dirty="0" err="1"/>
              <a:t>You’re</a:t>
            </a:r>
            <a:r>
              <a:rPr lang="nl-NL" b="1" u="sng" dirty="0"/>
              <a:t> here</a:t>
            </a:r>
            <a:endParaRPr lang="en-GB" b="1" u="sng" dirty="0"/>
          </a:p>
        </p:txBody>
      </p:sp>
    </p:spTree>
    <p:extLst>
      <p:ext uri="{BB962C8B-B14F-4D97-AF65-F5344CB8AC3E}">
        <p14:creationId xmlns:p14="http://schemas.microsoft.com/office/powerpoint/2010/main" val="876900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4A9C-497D-AF0D-46E5-3ECDAB11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4ED98-EB22-9C08-D0E6-FF519057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25" y="1221876"/>
            <a:ext cx="10081733" cy="888524"/>
          </a:xfrm>
        </p:spPr>
        <p:txBody>
          <a:bodyPr/>
          <a:lstStyle/>
          <a:p>
            <a:r>
              <a:rPr lang="nl-NL" dirty="0" err="1"/>
              <a:t>To</a:t>
            </a:r>
            <a:r>
              <a:rPr lang="nl-NL" dirty="0"/>
              <a:t> do’s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3EFCC-2434-91DF-A4BF-0EF2377EE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425" y="2110400"/>
            <a:ext cx="10081733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 user story </a:t>
            </a:r>
            <a:r>
              <a:rPr lang="nl-NL" b="0" dirty="0" err="1"/>
              <a:t>consists</a:t>
            </a:r>
            <a:r>
              <a:rPr lang="nl-NL" b="0" dirty="0"/>
              <a:t> out of more </a:t>
            </a:r>
            <a:r>
              <a:rPr lang="nl-NL" b="0" dirty="0" err="1"/>
              <a:t>than</a:t>
            </a:r>
            <a:r>
              <a:rPr lang="nl-NL" b="0" dirty="0"/>
              <a:t> </a:t>
            </a:r>
            <a:r>
              <a:rPr lang="nl-NL" b="0" dirty="0" err="1"/>
              <a:t>one</a:t>
            </a:r>
            <a:r>
              <a:rPr lang="nl-NL" b="0" dirty="0"/>
              <a:t> </a:t>
            </a:r>
            <a:r>
              <a:rPr lang="nl-NL" b="0" dirty="0" err="1"/>
              <a:t>task</a:t>
            </a:r>
            <a:endParaRPr lang="nl-N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During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weekly</a:t>
            </a:r>
            <a:r>
              <a:rPr lang="nl-NL" b="0" dirty="0"/>
              <a:t> sprint planning, </a:t>
            </a:r>
            <a:r>
              <a:rPr lang="nl-NL" b="0" dirty="0" err="1"/>
              <a:t>you’ll</a:t>
            </a:r>
            <a:r>
              <a:rPr lang="nl-NL" b="0" dirty="0"/>
              <a:t> </a:t>
            </a:r>
            <a:r>
              <a:rPr lang="nl-NL" b="0" dirty="0" err="1"/>
              <a:t>convert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user </a:t>
            </a:r>
            <a:r>
              <a:rPr lang="nl-NL" b="0" dirty="0" err="1"/>
              <a:t>stories</a:t>
            </a:r>
            <a:r>
              <a:rPr lang="nl-NL" b="0" dirty="0"/>
              <a:t> </a:t>
            </a:r>
            <a:r>
              <a:rPr lang="nl-NL" b="0" dirty="0" err="1"/>
              <a:t>that</a:t>
            </a:r>
            <a:r>
              <a:rPr lang="nl-NL" b="0" dirty="0"/>
              <a:t> </a:t>
            </a:r>
            <a:r>
              <a:rPr lang="nl-NL" b="0" dirty="0" err="1"/>
              <a:t>you</a:t>
            </a:r>
            <a:r>
              <a:rPr lang="nl-NL" b="0" dirty="0"/>
              <a:t> want </a:t>
            </a:r>
            <a:r>
              <a:rPr lang="nl-NL" b="0" dirty="0" err="1"/>
              <a:t>to</a:t>
            </a:r>
            <a:r>
              <a:rPr lang="nl-NL" b="0" dirty="0"/>
              <a:t> do </a:t>
            </a:r>
            <a:r>
              <a:rPr lang="nl-NL" b="0" dirty="0" err="1"/>
              <a:t>that</a:t>
            </a:r>
            <a:r>
              <a:rPr lang="nl-NL" b="0" dirty="0"/>
              <a:t> week </a:t>
            </a:r>
            <a:r>
              <a:rPr lang="nl-NL" b="0" dirty="0" err="1"/>
              <a:t>into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-do’s</a:t>
            </a:r>
          </a:p>
          <a:p>
            <a:pPr marL="537750" lvl="1" indent="-285750"/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done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AI </a:t>
            </a:r>
            <a:r>
              <a:rPr lang="nl-NL" dirty="0" err="1"/>
              <a:t>again</a:t>
            </a:r>
            <a:r>
              <a:rPr lang="nl-NL" dirty="0"/>
              <a:t>, 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check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list is complete </a:t>
            </a:r>
            <a:r>
              <a:rPr lang="nl-NL" dirty="0" err="1"/>
              <a:t>and</a:t>
            </a:r>
            <a:r>
              <a:rPr lang="nl-NL" dirty="0"/>
              <a:t> correct</a:t>
            </a:r>
          </a:p>
          <a:p>
            <a:pPr marL="537750" lvl="1" indent="-285750"/>
            <a:r>
              <a:rPr lang="nl-NL" dirty="0" err="1"/>
              <a:t>Yo</a:t>
            </a:r>
            <a:r>
              <a:rPr lang="nl-NL" b="0" dirty="0" err="1"/>
              <a:t>u</a:t>
            </a:r>
            <a:r>
              <a:rPr lang="nl-NL" b="0" dirty="0"/>
              <a:t> </a:t>
            </a:r>
            <a:r>
              <a:rPr lang="nl-NL" b="0" dirty="0" err="1"/>
              <a:t>don’t</a:t>
            </a:r>
            <a:r>
              <a:rPr lang="nl-NL" b="0" dirty="0"/>
              <a:t> </a:t>
            </a:r>
            <a:r>
              <a:rPr lang="nl-NL" b="0" dirty="0" err="1"/>
              <a:t>assign</a:t>
            </a:r>
            <a:r>
              <a:rPr lang="nl-NL" b="0" dirty="0"/>
              <a:t> </a:t>
            </a:r>
            <a:r>
              <a:rPr lang="nl-NL" b="0" dirty="0" err="1"/>
              <a:t>anyone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tasks</a:t>
            </a:r>
            <a:r>
              <a:rPr lang="nl-NL" b="0" dirty="0"/>
              <a:t> </a:t>
            </a:r>
            <a:r>
              <a:rPr lang="nl-NL" b="0" dirty="0" err="1"/>
              <a:t>yet</a:t>
            </a:r>
            <a:r>
              <a:rPr lang="nl-NL" dirty="0"/>
              <a:t>,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done</a:t>
            </a:r>
            <a:r>
              <a:rPr lang="nl-NL" dirty="0"/>
              <a:t> </a:t>
            </a:r>
            <a:r>
              <a:rPr lang="nl-NL" dirty="0" err="1"/>
              <a:t>during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daily</a:t>
            </a:r>
            <a:r>
              <a:rPr lang="nl-NL" dirty="0"/>
              <a:t> stand-up.</a:t>
            </a:r>
            <a:endParaRPr lang="nl-NL" b="0" dirty="0"/>
          </a:p>
        </p:txBody>
      </p:sp>
    </p:spTree>
    <p:extLst>
      <p:ext uri="{BB962C8B-B14F-4D97-AF65-F5344CB8AC3E}">
        <p14:creationId xmlns:p14="http://schemas.microsoft.com/office/powerpoint/2010/main" val="308099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6830-9EFC-55A7-C740-F3EF059F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4B6B-37D8-92D6-90A2-429D3483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F3CCD4-DD86-1C18-2B68-26A388FB4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23" b="40933"/>
          <a:stretch>
            <a:fillRect/>
          </a:stretch>
        </p:blipFill>
        <p:spPr>
          <a:xfrm>
            <a:off x="261424" y="523916"/>
            <a:ext cx="11669152" cy="48636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38C53D-2265-C1DC-5301-32527C3406B2}"/>
              </a:ext>
            </a:extLst>
          </p:cNvPr>
          <p:cNvSpPr/>
          <p:nvPr/>
        </p:nvSpPr>
        <p:spPr>
          <a:xfrm>
            <a:off x="840913" y="1625903"/>
            <a:ext cx="1184839" cy="118483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</a:rPr>
              <a:t>As a </a:t>
            </a:r>
            <a:r>
              <a:rPr lang="nl-NL" sz="900" u="sng" dirty="0">
                <a:solidFill>
                  <a:schemeClr val="tx1"/>
                </a:solidFill>
              </a:rPr>
              <a:t>user</a:t>
            </a:r>
            <a:r>
              <a:rPr lang="nl-NL" sz="900" dirty="0">
                <a:solidFill>
                  <a:schemeClr val="tx1"/>
                </a:solidFill>
              </a:rPr>
              <a:t> I </a:t>
            </a:r>
            <a:r>
              <a:rPr lang="nl-NL" sz="900" dirty="0" err="1">
                <a:solidFill>
                  <a:schemeClr val="tx1"/>
                </a:solidFill>
              </a:rPr>
              <a:t>would</a:t>
            </a:r>
            <a:r>
              <a:rPr lang="nl-NL" sz="900" dirty="0">
                <a:solidFill>
                  <a:schemeClr val="tx1"/>
                </a:solidFill>
              </a:rPr>
              <a:t> like </a:t>
            </a:r>
            <a:r>
              <a:rPr lang="nl-NL" sz="900" dirty="0" err="1">
                <a:solidFill>
                  <a:schemeClr val="tx1"/>
                </a:solidFill>
              </a:rPr>
              <a:t>to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u="sng" dirty="0">
                <a:solidFill>
                  <a:schemeClr val="tx1"/>
                </a:solidFill>
              </a:rPr>
              <a:t>share </a:t>
            </a:r>
            <a:r>
              <a:rPr lang="nl-NL" sz="900" u="sng" dirty="0" err="1">
                <a:solidFill>
                  <a:schemeClr val="tx1"/>
                </a:solidFill>
              </a:rPr>
              <a:t>posts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to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other</a:t>
            </a:r>
            <a:r>
              <a:rPr lang="nl-NL" sz="900" u="sng" dirty="0">
                <a:solidFill>
                  <a:schemeClr val="tx1"/>
                </a:solidFill>
              </a:rPr>
              <a:t> apps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dirty="0" err="1">
                <a:solidFill>
                  <a:schemeClr val="tx1"/>
                </a:solidFill>
              </a:rPr>
              <a:t>so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dirty="0" err="1">
                <a:solidFill>
                  <a:schemeClr val="tx1"/>
                </a:solidFill>
              </a:rPr>
              <a:t>that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my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friends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can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still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see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them</a:t>
            </a:r>
            <a:r>
              <a:rPr lang="nl-NL" sz="900" u="sng" dirty="0">
                <a:solidFill>
                  <a:schemeClr val="tx1"/>
                </a:solidFill>
              </a:rPr>
              <a:t> without </a:t>
            </a:r>
            <a:r>
              <a:rPr lang="nl-NL" sz="900" u="sng" dirty="0" err="1">
                <a:solidFill>
                  <a:schemeClr val="tx1"/>
                </a:solidFill>
              </a:rPr>
              <a:t>an</a:t>
            </a:r>
            <a:r>
              <a:rPr lang="nl-NL" sz="900" u="sng" dirty="0">
                <a:solidFill>
                  <a:schemeClr val="tx1"/>
                </a:solidFill>
              </a:rPr>
              <a:t> account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GB" sz="900" dirty="0">
              <a:solidFill>
                <a:schemeClr val="tx1"/>
              </a:solidFill>
            </a:endParaRPr>
          </a:p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07177-6B93-E59F-0C2E-239C901DD96D}"/>
              </a:ext>
            </a:extLst>
          </p:cNvPr>
          <p:cNvSpPr txBox="1"/>
          <p:nvPr/>
        </p:nvSpPr>
        <p:spPr>
          <a:xfrm>
            <a:off x="840913" y="2573168"/>
            <a:ext cx="1184839" cy="23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 err="1"/>
              <a:t>Should</a:t>
            </a:r>
            <a:r>
              <a:rPr lang="nl-NL" sz="900" b="1" dirty="0"/>
              <a:t> have</a:t>
            </a:r>
            <a:endParaRPr lang="en-GB" sz="9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FEA7B6-7B10-DFF6-9B56-E93B82564EE0}"/>
              </a:ext>
            </a:extLst>
          </p:cNvPr>
          <p:cNvSpPr/>
          <p:nvPr/>
        </p:nvSpPr>
        <p:spPr>
          <a:xfrm>
            <a:off x="2656041" y="1203667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1"/>
                </a:solidFill>
              </a:rPr>
              <a:t>Implement</a:t>
            </a:r>
            <a:r>
              <a:rPr lang="nl-NL" sz="1200" dirty="0">
                <a:solidFill>
                  <a:schemeClr val="tx1"/>
                </a:solidFill>
              </a:rPr>
              <a:t> a share button</a:t>
            </a:r>
          </a:p>
          <a:p>
            <a:pPr algn="ctr"/>
            <a:endParaRPr lang="nl-NL" sz="1200" dirty="0">
              <a:solidFill>
                <a:schemeClr val="tx1"/>
              </a:solidFill>
            </a:endParaRPr>
          </a:p>
          <a:p>
            <a:pPr algn="ctr"/>
            <a:endParaRPr lang="nl-NL" sz="1200" b="1" dirty="0">
              <a:solidFill>
                <a:schemeClr val="tx1"/>
              </a:solidFill>
            </a:endParaRPr>
          </a:p>
          <a:p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C0F569-6320-69CF-6E7D-2CFDF58B00FA}"/>
              </a:ext>
            </a:extLst>
          </p:cNvPr>
          <p:cNvSpPr/>
          <p:nvPr/>
        </p:nvSpPr>
        <p:spPr>
          <a:xfrm>
            <a:off x="3818552" y="1203667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1"/>
                </a:solidFill>
              </a:rPr>
              <a:t>Add</a:t>
            </a:r>
            <a:r>
              <a:rPr lang="nl-NL" sz="1200" dirty="0">
                <a:solidFill>
                  <a:schemeClr val="tx1"/>
                </a:solidFill>
              </a:rPr>
              <a:t> a “copy link” option </a:t>
            </a:r>
            <a:r>
              <a:rPr lang="nl-NL" sz="1200" dirty="0" err="1">
                <a:solidFill>
                  <a:schemeClr val="tx1"/>
                </a:solidFill>
              </a:rPr>
              <a:t>for</a:t>
            </a:r>
            <a:r>
              <a:rPr lang="nl-NL" sz="1200" dirty="0">
                <a:solidFill>
                  <a:schemeClr val="tx1"/>
                </a:solidFill>
              </a:rPr>
              <a:t> </a:t>
            </a:r>
            <a:r>
              <a:rPr lang="nl-NL" sz="1200" dirty="0" err="1">
                <a:solidFill>
                  <a:schemeClr val="tx1"/>
                </a:solidFill>
              </a:rPr>
              <a:t>sharing</a:t>
            </a:r>
            <a:endParaRPr lang="nl-NL" sz="1200" dirty="0">
              <a:solidFill>
                <a:schemeClr val="tx1"/>
              </a:solidFill>
            </a:endParaRPr>
          </a:p>
          <a:p>
            <a:pPr algn="ctr"/>
            <a:endParaRPr lang="en-GB" sz="1200" dirty="0">
              <a:solidFill>
                <a:schemeClr val="tx1"/>
              </a:solidFill>
            </a:endParaRPr>
          </a:p>
          <a:p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D81E83-C045-8735-C0B4-2B4E617C7484}"/>
              </a:ext>
            </a:extLst>
          </p:cNvPr>
          <p:cNvSpPr/>
          <p:nvPr/>
        </p:nvSpPr>
        <p:spPr>
          <a:xfrm>
            <a:off x="3284582" y="2371728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 err="1">
                <a:solidFill>
                  <a:schemeClr val="tx1"/>
                </a:solidFill>
              </a:rPr>
              <a:t>Create</a:t>
            </a:r>
            <a:r>
              <a:rPr lang="nl-NL" sz="1050" dirty="0">
                <a:solidFill>
                  <a:schemeClr val="tx1"/>
                </a:solidFill>
              </a:rPr>
              <a:t> a public post view without </a:t>
            </a:r>
            <a:r>
              <a:rPr lang="nl-NL" sz="1050" dirty="0" err="1">
                <a:solidFill>
                  <a:schemeClr val="tx1"/>
                </a:solidFill>
              </a:rPr>
              <a:t>needing</a:t>
            </a:r>
            <a:r>
              <a:rPr lang="nl-NL" sz="1050" dirty="0">
                <a:solidFill>
                  <a:schemeClr val="tx1"/>
                </a:solidFill>
              </a:rPr>
              <a:t> </a:t>
            </a:r>
            <a:r>
              <a:rPr lang="nl-NL" sz="1050" dirty="0" err="1">
                <a:solidFill>
                  <a:schemeClr val="tx1"/>
                </a:solidFill>
              </a:rPr>
              <a:t>an</a:t>
            </a:r>
            <a:r>
              <a:rPr lang="nl-NL" sz="1050" dirty="0">
                <a:solidFill>
                  <a:schemeClr val="tx1"/>
                </a:solidFill>
              </a:rPr>
              <a:t> account</a:t>
            </a:r>
          </a:p>
          <a:p>
            <a:endParaRPr lang="nl-NL" sz="10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94CA-5587-EDD2-F95E-EFF9EC98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80E41A66-CB7D-C6B1-CD28-4C76EE5DB3D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3735" y="2353867"/>
            <a:ext cx="3525860" cy="2603897"/>
          </a:xfrm>
        </p:spPr>
        <p:txBody>
          <a:bodyPr/>
          <a:lstStyle/>
          <a:p>
            <a:pPr marL="0" lvl="1" indent="0">
              <a:buNone/>
            </a:pPr>
            <a:r>
              <a:rPr lang="nl-NL" dirty="0" err="1">
                <a:solidFill>
                  <a:schemeClr val="accent1"/>
                </a:solidFill>
              </a:rPr>
              <a:t>Discussing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your</a:t>
            </a:r>
            <a:r>
              <a:rPr lang="nl-NL" dirty="0">
                <a:solidFill>
                  <a:schemeClr val="accent1"/>
                </a:solidFill>
              </a:rPr>
              <a:t> goals </a:t>
            </a:r>
            <a:r>
              <a:rPr lang="nl-NL" dirty="0" err="1">
                <a:solidFill>
                  <a:schemeClr val="accent1"/>
                </a:solidFill>
              </a:rPr>
              <a:t>for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day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93DBF93-F8A3-9B9F-6E78-A33DF550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/>
              <a:t>Daily stand-up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C3F1CD0-A662-D3D9-A420-FFB39D8414E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1253" r="2683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1252738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EABE-3BC3-D112-D3D2-D5E95AAA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FB38C-0BF0-31D8-D89E-C0BAB110E5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238" y="0"/>
            <a:ext cx="11241523" cy="792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32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3F96-ECCC-C6AF-D78A-FB7C1971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F604B-CB31-A425-CB6E-0C449F64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Daily stand up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4200-8989-D851-2F57-1C79387BD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Discuss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plans</a:t>
            </a:r>
            <a:r>
              <a:rPr lang="nl-NL" dirty="0"/>
              <a:t> are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day</a:t>
            </a:r>
            <a:endParaRPr lang="nl-NL" dirty="0"/>
          </a:p>
          <a:p>
            <a:pPr marL="537750" lvl="1" indent="-285750"/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tasks</a:t>
            </a:r>
            <a:r>
              <a:rPr lang="nl-NL" dirty="0"/>
              <a:t> does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 want </a:t>
            </a:r>
            <a:r>
              <a:rPr lang="nl-NL" dirty="0" err="1"/>
              <a:t>finished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end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day</a:t>
            </a:r>
            <a:r>
              <a:rPr lang="nl-NL" dirty="0"/>
              <a:t>?</a:t>
            </a:r>
          </a:p>
          <a:p>
            <a:pPr marL="537750" lvl="1" indent="-285750"/>
            <a:r>
              <a:rPr lang="nl-NL" dirty="0" err="1"/>
              <a:t>Who’s</a:t>
            </a:r>
            <a:r>
              <a:rPr lang="nl-NL" dirty="0"/>
              <a:t>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assigned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tasks</a:t>
            </a:r>
            <a:r>
              <a:rPr lang="nl-NL" dirty="0"/>
              <a:t>?</a:t>
            </a:r>
          </a:p>
          <a:p>
            <a:pPr marL="537750" lvl="1" indent="-285750"/>
            <a:r>
              <a:rPr lang="nl-NL" dirty="0"/>
              <a:t>Put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tasks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progress</a:t>
            </a:r>
            <a:r>
              <a:rPr lang="nl-NL" dirty="0"/>
              <a:t> column </a:t>
            </a:r>
            <a:r>
              <a:rPr lang="nl-NL" dirty="0" err="1"/>
              <a:t>with</a:t>
            </a:r>
            <a:r>
              <a:rPr lang="nl-NL" dirty="0"/>
              <a:t> a name </a:t>
            </a:r>
            <a:r>
              <a:rPr lang="nl-NL" dirty="0" err="1"/>
              <a:t>attached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4949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DB8D-CA57-9CC9-6548-29A96192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78AA-1F45-BC70-93A5-912E583B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01686C-9667-5293-F74D-2D511F1A4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6" b="41020"/>
          <a:stretch>
            <a:fillRect/>
          </a:stretch>
        </p:blipFill>
        <p:spPr>
          <a:xfrm>
            <a:off x="261424" y="523916"/>
            <a:ext cx="11669152" cy="48636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920465-E4AB-8496-22D9-96BC9CD8E0B5}"/>
              </a:ext>
            </a:extLst>
          </p:cNvPr>
          <p:cNvSpPr/>
          <p:nvPr/>
        </p:nvSpPr>
        <p:spPr>
          <a:xfrm>
            <a:off x="840913" y="1625903"/>
            <a:ext cx="1184839" cy="118483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</a:rPr>
              <a:t>As a </a:t>
            </a:r>
            <a:r>
              <a:rPr lang="nl-NL" sz="900" u="sng" dirty="0">
                <a:solidFill>
                  <a:schemeClr val="tx1"/>
                </a:solidFill>
              </a:rPr>
              <a:t>user</a:t>
            </a:r>
            <a:r>
              <a:rPr lang="nl-NL" sz="900" dirty="0">
                <a:solidFill>
                  <a:schemeClr val="tx1"/>
                </a:solidFill>
              </a:rPr>
              <a:t> I </a:t>
            </a:r>
            <a:r>
              <a:rPr lang="nl-NL" sz="900" dirty="0" err="1">
                <a:solidFill>
                  <a:schemeClr val="tx1"/>
                </a:solidFill>
              </a:rPr>
              <a:t>would</a:t>
            </a:r>
            <a:r>
              <a:rPr lang="nl-NL" sz="900" dirty="0">
                <a:solidFill>
                  <a:schemeClr val="tx1"/>
                </a:solidFill>
              </a:rPr>
              <a:t> like </a:t>
            </a:r>
            <a:r>
              <a:rPr lang="nl-NL" sz="900" dirty="0" err="1">
                <a:solidFill>
                  <a:schemeClr val="tx1"/>
                </a:solidFill>
              </a:rPr>
              <a:t>to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u="sng" dirty="0">
                <a:solidFill>
                  <a:schemeClr val="tx1"/>
                </a:solidFill>
              </a:rPr>
              <a:t>share </a:t>
            </a:r>
            <a:r>
              <a:rPr lang="nl-NL" sz="900" u="sng" dirty="0" err="1">
                <a:solidFill>
                  <a:schemeClr val="tx1"/>
                </a:solidFill>
              </a:rPr>
              <a:t>posts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to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other</a:t>
            </a:r>
            <a:r>
              <a:rPr lang="nl-NL" sz="900" u="sng" dirty="0">
                <a:solidFill>
                  <a:schemeClr val="tx1"/>
                </a:solidFill>
              </a:rPr>
              <a:t> apps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dirty="0" err="1">
                <a:solidFill>
                  <a:schemeClr val="tx1"/>
                </a:solidFill>
              </a:rPr>
              <a:t>so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dirty="0" err="1">
                <a:solidFill>
                  <a:schemeClr val="tx1"/>
                </a:solidFill>
              </a:rPr>
              <a:t>that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my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friends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can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still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see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them</a:t>
            </a:r>
            <a:r>
              <a:rPr lang="nl-NL" sz="900" u="sng" dirty="0">
                <a:solidFill>
                  <a:schemeClr val="tx1"/>
                </a:solidFill>
              </a:rPr>
              <a:t> without </a:t>
            </a:r>
            <a:r>
              <a:rPr lang="nl-NL" sz="900" u="sng" dirty="0" err="1">
                <a:solidFill>
                  <a:schemeClr val="tx1"/>
                </a:solidFill>
              </a:rPr>
              <a:t>an</a:t>
            </a:r>
            <a:r>
              <a:rPr lang="nl-NL" sz="900" u="sng" dirty="0">
                <a:solidFill>
                  <a:schemeClr val="tx1"/>
                </a:solidFill>
              </a:rPr>
              <a:t> account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GB" sz="900" dirty="0">
              <a:solidFill>
                <a:schemeClr val="tx1"/>
              </a:solidFill>
            </a:endParaRPr>
          </a:p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BE36B-9EB5-3461-9C17-EB407CC9C4E2}"/>
              </a:ext>
            </a:extLst>
          </p:cNvPr>
          <p:cNvSpPr txBox="1"/>
          <p:nvPr/>
        </p:nvSpPr>
        <p:spPr>
          <a:xfrm>
            <a:off x="840913" y="2573168"/>
            <a:ext cx="1184839" cy="23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 err="1"/>
              <a:t>Should</a:t>
            </a:r>
            <a:r>
              <a:rPr lang="nl-NL" sz="900" b="1" dirty="0"/>
              <a:t> have</a:t>
            </a:r>
            <a:endParaRPr lang="en-GB" sz="9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801A45-2FCE-D5E7-2FF9-38835CB13AE3}"/>
              </a:ext>
            </a:extLst>
          </p:cNvPr>
          <p:cNvSpPr/>
          <p:nvPr/>
        </p:nvSpPr>
        <p:spPr>
          <a:xfrm>
            <a:off x="4989369" y="1253727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1"/>
                </a:solidFill>
              </a:rPr>
              <a:t>Implement</a:t>
            </a:r>
            <a:r>
              <a:rPr lang="nl-NL" sz="1200" dirty="0">
                <a:solidFill>
                  <a:schemeClr val="tx1"/>
                </a:solidFill>
              </a:rPr>
              <a:t> a share button</a:t>
            </a:r>
          </a:p>
          <a:p>
            <a:pPr algn="ctr"/>
            <a:endParaRPr lang="nl-NL" sz="1200" dirty="0">
              <a:solidFill>
                <a:schemeClr val="tx1"/>
              </a:solidFill>
            </a:endParaRPr>
          </a:p>
          <a:p>
            <a:pPr algn="ctr"/>
            <a:endParaRPr lang="nl-NL" sz="1200" b="1" dirty="0">
              <a:solidFill>
                <a:schemeClr val="tx1"/>
              </a:solidFill>
            </a:endParaRPr>
          </a:p>
          <a:p>
            <a:r>
              <a:rPr lang="en-GB" sz="1200" b="1" dirty="0">
                <a:solidFill>
                  <a:schemeClr val="tx1"/>
                </a:solidFill>
              </a:rPr>
              <a:t>Lars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D96D15-35EE-95A4-8865-8E6237F3BAB7}"/>
              </a:ext>
            </a:extLst>
          </p:cNvPr>
          <p:cNvSpPr/>
          <p:nvPr/>
        </p:nvSpPr>
        <p:spPr>
          <a:xfrm>
            <a:off x="6151880" y="1253727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1"/>
                </a:solidFill>
              </a:rPr>
              <a:t>Add</a:t>
            </a:r>
            <a:r>
              <a:rPr lang="nl-NL" sz="1200" dirty="0">
                <a:solidFill>
                  <a:schemeClr val="tx1"/>
                </a:solidFill>
              </a:rPr>
              <a:t> a “copy link” option </a:t>
            </a:r>
            <a:r>
              <a:rPr lang="nl-NL" sz="1200" dirty="0" err="1">
                <a:solidFill>
                  <a:schemeClr val="tx1"/>
                </a:solidFill>
              </a:rPr>
              <a:t>for</a:t>
            </a:r>
            <a:r>
              <a:rPr lang="nl-NL" sz="1200" dirty="0">
                <a:solidFill>
                  <a:schemeClr val="tx1"/>
                </a:solidFill>
              </a:rPr>
              <a:t> </a:t>
            </a:r>
            <a:r>
              <a:rPr lang="nl-NL" sz="1200" dirty="0" err="1">
                <a:solidFill>
                  <a:schemeClr val="tx1"/>
                </a:solidFill>
              </a:rPr>
              <a:t>sharing</a:t>
            </a:r>
            <a:endParaRPr lang="nl-NL" sz="1200" dirty="0">
              <a:solidFill>
                <a:schemeClr val="tx1"/>
              </a:solidFill>
            </a:endParaRPr>
          </a:p>
          <a:p>
            <a:pPr algn="ctr"/>
            <a:endParaRPr lang="en-GB" sz="1200" dirty="0">
              <a:solidFill>
                <a:schemeClr val="tx1"/>
              </a:solidFill>
            </a:endParaRPr>
          </a:p>
          <a:p>
            <a:r>
              <a:rPr lang="en-GB" sz="1200" b="1" dirty="0">
                <a:solidFill>
                  <a:schemeClr val="tx1"/>
                </a:solidFill>
              </a:rPr>
              <a:t>Lars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2ED7B2-59D4-C159-A703-92900DFE5618}"/>
              </a:ext>
            </a:extLst>
          </p:cNvPr>
          <p:cNvSpPr/>
          <p:nvPr/>
        </p:nvSpPr>
        <p:spPr>
          <a:xfrm>
            <a:off x="5617910" y="2421788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 err="1">
                <a:solidFill>
                  <a:schemeClr val="tx1"/>
                </a:solidFill>
              </a:rPr>
              <a:t>Create</a:t>
            </a:r>
            <a:r>
              <a:rPr lang="nl-NL" sz="1050" dirty="0">
                <a:solidFill>
                  <a:schemeClr val="tx1"/>
                </a:solidFill>
              </a:rPr>
              <a:t> a public post view without </a:t>
            </a:r>
            <a:r>
              <a:rPr lang="nl-NL" sz="1050" dirty="0" err="1">
                <a:solidFill>
                  <a:schemeClr val="tx1"/>
                </a:solidFill>
              </a:rPr>
              <a:t>needing</a:t>
            </a:r>
            <a:r>
              <a:rPr lang="nl-NL" sz="1050" dirty="0">
                <a:solidFill>
                  <a:schemeClr val="tx1"/>
                </a:solidFill>
              </a:rPr>
              <a:t> </a:t>
            </a:r>
            <a:r>
              <a:rPr lang="nl-NL" sz="1050" dirty="0" err="1">
                <a:solidFill>
                  <a:schemeClr val="tx1"/>
                </a:solidFill>
              </a:rPr>
              <a:t>an</a:t>
            </a:r>
            <a:r>
              <a:rPr lang="nl-NL" sz="1050" dirty="0">
                <a:solidFill>
                  <a:schemeClr val="tx1"/>
                </a:solidFill>
              </a:rPr>
              <a:t> account</a:t>
            </a:r>
          </a:p>
          <a:p>
            <a:r>
              <a:rPr lang="nl-NL" sz="1200" b="1" dirty="0">
                <a:solidFill>
                  <a:schemeClr val="tx1"/>
                </a:solidFill>
              </a:rPr>
              <a:t>Luc</a:t>
            </a:r>
            <a:endParaRPr lang="nl-NL" sz="10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787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6068-E955-4749-F88D-59B5FCF8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7" y="1101175"/>
            <a:ext cx="10515600" cy="888524"/>
          </a:xfrm>
        </p:spPr>
        <p:txBody>
          <a:bodyPr/>
          <a:lstStyle/>
          <a:p>
            <a:r>
              <a:rPr lang="nl-NL" dirty="0"/>
              <a:t>Tests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D550F-89DF-4966-0391-4B7082F67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7" y="1989699"/>
            <a:ext cx="10515600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Before</a:t>
            </a:r>
            <a:r>
              <a:rPr lang="nl-NL" b="0" dirty="0"/>
              <a:t> </a:t>
            </a:r>
            <a:r>
              <a:rPr lang="nl-NL" b="0" dirty="0" err="1"/>
              <a:t>you</a:t>
            </a:r>
            <a:r>
              <a:rPr lang="nl-NL" b="0" dirty="0"/>
              <a:t> say </a:t>
            </a:r>
            <a:r>
              <a:rPr lang="nl-NL" b="0" dirty="0" err="1"/>
              <a:t>anything</a:t>
            </a:r>
            <a:r>
              <a:rPr lang="nl-NL" b="0" dirty="0"/>
              <a:t> is </a:t>
            </a:r>
            <a:r>
              <a:rPr lang="nl-NL" b="0" dirty="0" err="1"/>
              <a:t>done</a:t>
            </a:r>
            <a:r>
              <a:rPr lang="nl-NL" b="0" dirty="0"/>
              <a:t>, </a:t>
            </a:r>
            <a:r>
              <a:rPr lang="nl-NL" b="0" dirty="0" err="1"/>
              <a:t>someone</a:t>
            </a:r>
            <a:r>
              <a:rPr lang="nl-NL" b="0" dirty="0"/>
              <a:t> (</a:t>
            </a:r>
            <a:r>
              <a:rPr lang="nl-NL" b="0" dirty="0" err="1"/>
              <a:t>that</a:t>
            </a:r>
            <a:r>
              <a:rPr lang="nl-NL" b="0" dirty="0"/>
              <a:t> </a:t>
            </a:r>
            <a:r>
              <a:rPr lang="nl-NL" b="0" dirty="0" err="1"/>
              <a:t>didn’t</a:t>
            </a:r>
            <a:r>
              <a:rPr lang="nl-NL" b="0" dirty="0"/>
              <a:t> do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task</a:t>
            </a:r>
            <a:r>
              <a:rPr lang="nl-NL" b="0" dirty="0"/>
              <a:t>) has </a:t>
            </a:r>
            <a:r>
              <a:rPr lang="nl-NL" b="0" dirty="0" err="1"/>
              <a:t>got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test </a:t>
            </a:r>
            <a:r>
              <a:rPr lang="nl-NL" b="0" dirty="0" err="1"/>
              <a:t>it</a:t>
            </a:r>
            <a:r>
              <a:rPr lang="nl-NL" b="0" dirty="0"/>
              <a:t>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They</a:t>
            </a:r>
            <a:r>
              <a:rPr lang="nl-NL" b="0" dirty="0"/>
              <a:t> </a:t>
            </a:r>
            <a:r>
              <a:rPr lang="nl-NL" b="0" dirty="0" err="1"/>
              <a:t>decide</a:t>
            </a:r>
            <a:r>
              <a:rPr lang="nl-NL" b="0" dirty="0"/>
              <a:t> </a:t>
            </a:r>
            <a:r>
              <a:rPr lang="nl-NL" b="0" dirty="0" err="1"/>
              <a:t>if</a:t>
            </a:r>
            <a:r>
              <a:rPr lang="nl-NL" b="0" dirty="0"/>
              <a:t> </a:t>
            </a:r>
            <a:r>
              <a:rPr lang="nl-NL" b="0" dirty="0" err="1"/>
              <a:t>it’s</a:t>
            </a:r>
            <a:r>
              <a:rPr lang="nl-NL" b="0" dirty="0"/>
              <a:t> </a:t>
            </a:r>
            <a:r>
              <a:rPr lang="nl-NL" b="0" dirty="0" err="1"/>
              <a:t>fully</a:t>
            </a:r>
            <a:r>
              <a:rPr lang="nl-NL" b="0" dirty="0"/>
              <a:t> </a:t>
            </a:r>
            <a:r>
              <a:rPr lang="nl-NL" b="0" dirty="0" err="1"/>
              <a:t>done</a:t>
            </a:r>
            <a:r>
              <a:rPr lang="nl-NL" b="0" dirty="0"/>
              <a:t>, </a:t>
            </a:r>
            <a:r>
              <a:rPr lang="nl-NL" b="0" dirty="0" err="1"/>
              <a:t>if</a:t>
            </a:r>
            <a:r>
              <a:rPr lang="nl-NL" b="0" dirty="0"/>
              <a:t> </a:t>
            </a:r>
            <a:r>
              <a:rPr lang="nl-NL" b="0" dirty="0" err="1"/>
              <a:t>it</a:t>
            </a:r>
            <a:r>
              <a:rPr lang="nl-NL" b="0" dirty="0"/>
              <a:t> </a:t>
            </a:r>
            <a:r>
              <a:rPr lang="nl-NL" b="0" dirty="0" err="1"/>
              <a:t>isn’t</a:t>
            </a:r>
            <a:r>
              <a:rPr lang="nl-NL" b="0" dirty="0"/>
              <a:t> </a:t>
            </a:r>
            <a:r>
              <a:rPr lang="nl-NL" b="0" dirty="0" err="1"/>
              <a:t>it</a:t>
            </a:r>
            <a:r>
              <a:rPr lang="nl-NL" b="0" dirty="0"/>
              <a:t> </a:t>
            </a:r>
            <a:r>
              <a:rPr lang="nl-NL" b="0" dirty="0" err="1"/>
              <a:t>goes</a:t>
            </a:r>
            <a:r>
              <a:rPr lang="nl-NL" b="0" dirty="0"/>
              <a:t> back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-do list </a:t>
            </a:r>
            <a:r>
              <a:rPr lang="nl-NL" b="0" dirty="0" err="1"/>
              <a:t>with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feedback </a:t>
            </a:r>
            <a:r>
              <a:rPr lang="nl-NL" b="0" dirty="0" err="1"/>
              <a:t>attached</a:t>
            </a:r>
            <a:r>
              <a:rPr lang="nl-NL" b="0" dirty="0"/>
              <a:t>.</a:t>
            </a:r>
          </a:p>
          <a:p>
            <a:endParaRPr lang="nl-NL" b="0" dirty="0"/>
          </a:p>
        </p:txBody>
      </p:sp>
    </p:spTree>
    <p:extLst>
      <p:ext uri="{BB962C8B-B14F-4D97-AF65-F5344CB8AC3E}">
        <p14:creationId xmlns:p14="http://schemas.microsoft.com/office/powerpoint/2010/main" val="1280388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7C68-F8E0-B75B-E763-3CF5CD52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39ED-5972-D1A1-2A93-F4A61F88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42124-ADF2-36CB-214F-C99783260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-141" b="41197"/>
          <a:stretch>
            <a:fillRect/>
          </a:stretch>
        </p:blipFill>
        <p:spPr>
          <a:xfrm>
            <a:off x="261424" y="523916"/>
            <a:ext cx="11669152" cy="48636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2A75E8-B052-8F1C-8A14-F9F432D7C0B3}"/>
              </a:ext>
            </a:extLst>
          </p:cNvPr>
          <p:cNvSpPr/>
          <p:nvPr/>
        </p:nvSpPr>
        <p:spPr>
          <a:xfrm>
            <a:off x="840913" y="1625903"/>
            <a:ext cx="1184839" cy="118483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</a:rPr>
              <a:t>As a </a:t>
            </a:r>
            <a:r>
              <a:rPr lang="nl-NL" sz="900" u="sng" dirty="0">
                <a:solidFill>
                  <a:schemeClr val="tx1"/>
                </a:solidFill>
              </a:rPr>
              <a:t>user</a:t>
            </a:r>
            <a:r>
              <a:rPr lang="nl-NL" sz="900" dirty="0">
                <a:solidFill>
                  <a:schemeClr val="tx1"/>
                </a:solidFill>
              </a:rPr>
              <a:t> I </a:t>
            </a:r>
            <a:r>
              <a:rPr lang="nl-NL" sz="900" dirty="0" err="1">
                <a:solidFill>
                  <a:schemeClr val="tx1"/>
                </a:solidFill>
              </a:rPr>
              <a:t>would</a:t>
            </a:r>
            <a:r>
              <a:rPr lang="nl-NL" sz="900" dirty="0">
                <a:solidFill>
                  <a:schemeClr val="tx1"/>
                </a:solidFill>
              </a:rPr>
              <a:t> like </a:t>
            </a:r>
            <a:r>
              <a:rPr lang="nl-NL" sz="900" dirty="0" err="1">
                <a:solidFill>
                  <a:schemeClr val="tx1"/>
                </a:solidFill>
              </a:rPr>
              <a:t>to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u="sng" dirty="0">
                <a:solidFill>
                  <a:schemeClr val="tx1"/>
                </a:solidFill>
              </a:rPr>
              <a:t>share </a:t>
            </a:r>
            <a:r>
              <a:rPr lang="nl-NL" sz="900" u="sng" dirty="0" err="1">
                <a:solidFill>
                  <a:schemeClr val="tx1"/>
                </a:solidFill>
              </a:rPr>
              <a:t>posts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to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other</a:t>
            </a:r>
            <a:r>
              <a:rPr lang="nl-NL" sz="900" u="sng" dirty="0">
                <a:solidFill>
                  <a:schemeClr val="tx1"/>
                </a:solidFill>
              </a:rPr>
              <a:t> apps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dirty="0" err="1">
                <a:solidFill>
                  <a:schemeClr val="tx1"/>
                </a:solidFill>
              </a:rPr>
              <a:t>so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dirty="0" err="1">
                <a:solidFill>
                  <a:schemeClr val="tx1"/>
                </a:solidFill>
              </a:rPr>
              <a:t>that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my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friends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can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still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see</a:t>
            </a:r>
            <a:r>
              <a:rPr lang="nl-NL" sz="900" u="sng" dirty="0">
                <a:solidFill>
                  <a:schemeClr val="tx1"/>
                </a:solidFill>
              </a:rPr>
              <a:t> </a:t>
            </a:r>
            <a:r>
              <a:rPr lang="nl-NL" sz="900" u="sng" dirty="0" err="1">
                <a:solidFill>
                  <a:schemeClr val="tx1"/>
                </a:solidFill>
              </a:rPr>
              <a:t>them</a:t>
            </a:r>
            <a:r>
              <a:rPr lang="nl-NL" sz="900" u="sng" dirty="0">
                <a:solidFill>
                  <a:schemeClr val="tx1"/>
                </a:solidFill>
              </a:rPr>
              <a:t> without </a:t>
            </a:r>
            <a:r>
              <a:rPr lang="nl-NL" sz="900" u="sng" dirty="0" err="1">
                <a:solidFill>
                  <a:schemeClr val="tx1"/>
                </a:solidFill>
              </a:rPr>
              <a:t>an</a:t>
            </a:r>
            <a:r>
              <a:rPr lang="nl-NL" sz="900" u="sng" dirty="0">
                <a:solidFill>
                  <a:schemeClr val="tx1"/>
                </a:solidFill>
              </a:rPr>
              <a:t> account</a:t>
            </a:r>
            <a:r>
              <a:rPr lang="nl-NL" sz="90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GB" sz="900" dirty="0">
              <a:solidFill>
                <a:schemeClr val="tx1"/>
              </a:solidFill>
            </a:endParaRPr>
          </a:p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AF03E-40E4-7438-EF74-6B748BB22306}"/>
              </a:ext>
            </a:extLst>
          </p:cNvPr>
          <p:cNvSpPr txBox="1"/>
          <p:nvPr/>
        </p:nvSpPr>
        <p:spPr>
          <a:xfrm>
            <a:off x="840913" y="2573168"/>
            <a:ext cx="1184839" cy="23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b="1" dirty="0" err="1"/>
              <a:t>Should</a:t>
            </a:r>
            <a:r>
              <a:rPr lang="nl-NL" sz="900" b="1" dirty="0"/>
              <a:t> have</a:t>
            </a:r>
            <a:endParaRPr lang="en-GB" sz="9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DB173B-72F3-C50B-8ED7-E28E44025379}"/>
              </a:ext>
            </a:extLst>
          </p:cNvPr>
          <p:cNvSpPr/>
          <p:nvPr/>
        </p:nvSpPr>
        <p:spPr>
          <a:xfrm>
            <a:off x="7973289" y="1253726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1"/>
                </a:solidFill>
              </a:rPr>
              <a:t>Implement</a:t>
            </a:r>
            <a:r>
              <a:rPr lang="nl-NL" sz="1200" dirty="0">
                <a:solidFill>
                  <a:schemeClr val="tx1"/>
                </a:solidFill>
              </a:rPr>
              <a:t> a share button</a:t>
            </a:r>
          </a:p>
          <a:p>
            <a:pPr algn="ctr"/>
            <a:endParaRPr lang="nl-NL" sz="1200" dirty="0">
              <a:solidFill>
                <a:schemeClr val="tx1"/>
              </a:solidFill>
            </a:endParaRPr>
          </a:p>
          <a:p>
            <a:pPr algn="ctr"/>
            <a:endParaRPr lang="nl-NL" sz="1200" b="1" dirty="0">
              <a:solidFill>
                <a:schemeClr val="tx1"/>
              </a:solidFill>
            </a:endParaRPr>
          </a:p>
          <a:p>
            <a:r>
              <a:rPr lang="en-GB" sz="1200" b="1" dirty="0">
                <a:solidFill>
                  <a:schemeClr val="tx1"/>
                </a:solidFill>
              </a:rPr>
              <a:t>Lars      Luc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A803D9-DA75-56D6-3E93-9A395AD91D42}"/>
              </a:ext>
            </a:extLst>
          </p:cNvPr>
          <p:cNvSpPr/>
          <p:nvPr/>
        </p:nvSpPr>
        <p:spPr>
          <a:xfrm>
            <a:off x="6151880" y="1253727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1"/>
                </a:solidFill>
              </a:rPr>
              <a:t>Add</a:t>
            </a:r>
            <a:r>
              <a:rPr lang="nl-NL" sz="1200" dirty="0">
                <a:solidFill>
                  <a:schemeClr val="tx1"/>
                </a:solidFill>
              </a:rPr>
              <a:t> a “copy link” option </a:t>
            </a:r>
            <a:r>
              <a:rPr lang="nl-NL" sz="1200" dirty="0" err="1">
                <a:solidFill>
                  <a:schemeClr val="tx1"/>
                </a:solidFill>
              </a:rPr>
              <a:t>for</a:t>
            </a:r>
            <a:r>
              <a:rPr lang="nl-NL" sz="1200" dirty="0">
                <a:solidFill>
                  <a:schemeClr val="tx1"/>
                </a:solidFill>
              </a:rPr>
              <a:t> </a:t>
            </a:r>
            <a:r>
              <a:rPr lang="nl-NL" sz="1200" dirty="0" err="1">
                <a:solidFill>
                  <a:schemeClr val="tx1"/>
                </a:solidFill>
              </a:rPr>
              <a:t>sharing</a:t>
            </a:r>
            <a:endParaRPr lang="nl-NL" sz="1200" dirty="0">
              <a:solidFill>
                <a:schemeClr val="tx1"/>
              </a:solidFill>
            </a:endParaRPr>
          </a:p>
          <a:p>
            <a:pPr algn="ctr"/>
            <a:endParaRPr lang="en-GB" sz="1200" dirty="0">
              <a:solidFill>
                <a:schemeClr val="tx1"/>
              </a:solidFill>
            </a:endParaRPr>
          </a:p>
          <a:p>
            <a:r>
              <a:rPr lang="en-GB" sz="1200" b="1" dirty="0">
                <a:solidFill>
                  <a:schemeClr val="tx1"/>
                </a:solidFill>
              </a:rPr>
              <a:t>Lars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FCC53B-A021-B423-2372-A11E4C637D24}"/>
              </a:ext>
            </a:extLst>
          </p:cNvPr>
          <p:cNvSpPr/>
          <p:nvPr/>
        </p:nvSpPr>
        <p:spPr>
          <a:xfrm>
            <a:off x="5617910" y="2421788"/>
            <a:ext cx="1067939" cy="10679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 err="1">
                <a:solidFill>
                  <a:schemeClr val="tx1"/>
                </a:solidFill>
              </a:rPr>
              <a:t>Create</a:t>
            </a:r>
            <a:r>
              <a:rPr lang="nl-NL" sz="1050" dirty="0">
                <a:solidFill>
                  <a:schemeClr val="tx1"/>
                </a:solidFill>
              </a:rPr>
              <a:t> a public post view without </a:t>
            </a:r>
            <a:r>
              <a:rPr lang="nl-NL" sz="1050" dirty="0" err="1">
                <a:solidFill>
                  <a:schemeClr val="tx1"/>
                </a:solidFill>
              </a:rPr>
              <a:t>needing</a:t>
            </a:r>
            <a:r>
              <a:rPr lang="nl-NL" sz="1050" dirty="0">
                <a:solidFill>
                  <a:schemeClr val="tx1"/>
                </a:solidFill>
              </a:rPr>
              <a:t> </a:t>
            </a:r>
            <a:r>
              <a:rPr lang="nl-NL" sz="1050" dirty="0" err="1">
                <a:solidFill>
                  <a:schemeClr val="tx1"/>
                </a:solidFill>
              </a:rPr>
              <a:t>an</a:t>
            </a:r>
            <a:r>
              <a:rPr lang="nl-NL" sz="1050" dirty="0">
                <a:solidFill>
                  <a:schemeClr val="tx1"/>
                </a:solidFill>
              </a:rPr>
              <a:t> account</a:t>
            </a:r>
          </a:p>
          <a:p>
            <a:r>
              <a:rPr lang="nl-NL" sz="1200" b="1" dirty="0">
                <a:solidFill>
                  <a:schemeClr val="tx1"/>
                </a:solidFill>
              </a:rPr>
              <a:t>Luc</a:t>
            </a:r>
            <a:endParaRPr lang="nl-NL" sz="10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063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8AFF-92EA-FFAB-CA25-C1F41A44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9FD1358-B39E-3D37-44CE-1CC89E0B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 err="1"/>
              <a:t>Questions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2A65B-E5E6-F840-B79C-2C33B0B12FF8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Picture Placeholder 19" descr="A sign with white letters&#10;&#10;AI-generated content may be incorrect.">
            <a:extLst>
              <a:ext uri="{FF2B5EF4-FFF2-40B4-BE49-F238E27FC236}">
                <a16:creationId xmlns:a16="http://schemas.microsoft.com/office/drawing/2014/main" id="{2D5F2C03-B3C7-C25D-0781-F4B1B1DC76E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102" t="21871" r="21969" b="37314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3168648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F265-E3D5-2760-9BB0-3C321552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99E4155-F6E3-C586-D073-EA619F012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630" y="3850641"/>
            <a:ext cx="5748050" cy="1486060"/>
          </a:xfrm>
        </p:spPr>
        <p:txBody>
          <a:bodyPr/>
          <a:lstStyle/>
          <a:p>
            <a:r>
              <a:rPr lang="nl-NL" sz="4800" b="1" dirty="0"/>
              <a:t>Agile project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1B7A9B3A-DECA-F55F-AAEB-C604E4C38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2630" y="5472432"/>
            <a:ext cx="5748050" cy="322369"/>
          </a:xfrm>
        </p:spPr>
        <p:txBody>
          <a:bodyPr>
            <a:normAutofit fontScale="85000" lnSpcReduction="20000"/>
          </a:bodyPr>
          <a:lstStyle/>
          <a:p>
            <a:r>
              <a:rPr lang="nl-NL" dirty="0" err="1"/>
              <a:t>Lesson</a:t>
            </a:r>
            <a:r>
              <a:rPr lang="nl-NL" dirty="0"/>
              <a:t> 5 – Code reviews</a:t>
            </a:r>
          </a:p>
        </p:txBody>
      </p:sp>
    </p:spTree>
    <p:extLst>
      <p:ext uri="{BB962C8B-B14F-4D97-AF65-F5344CB8AC3E}">
        <p14:creationId xmlns:p14="http://schemas.microsoft.com/office/powerpoint/2010/main" val="1420455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7924-EBCF-61E5-78AD-E8B86AF5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DB9B8FC4-8FC9-CE53-7BDE-204B8AF124D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3735" y="2353867"/>
            <a:ext cx="3525860" cy="2603897"/>
          </a:xfrm>
        </p:spPr>
        <p:txBody>
          <a:bodyPr/>
          <a:lstStyle/>
          <a:p>
            <a:pPr marL="0" lvl="1" indent="0">
              <a:buNone/>
            </a:pPr>
            <a:r>
              <a:rPr lang="nl-NL" dirty="0" err="1">
                <a:solidFill>
                  <a:schemeClr val="accent1"/>
                </a:solidFill>
              </a:rPr>
              <a:t>Getting</a:t>
            </a:r>
            <a:r>
              <a:rPr lang="nl-NL" dirty="0">
                <a:solidFill>
                  <a:schemeClr val="accent1"/>
                </a:solidFill>
              </a:rPr>
              <a:t> code </a:t>
            </a:r>
            <a:r>
              <a:rPr lang="nl-NL" dirty="0" err="1">
                <a:solidFill>
                  <a:schemeClr val="accent1"/>
                </a:solidFill>
              </a:rPr>
              <a:t>checked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by</a:t>
            </a:r>
            <a:r>
              <a:rPr lang="nl-NL" dirty="0">
                <a:solidFill>
                  <a:schemeClr val="accent1"/>
                </a:solidFill>
              </a:rPr>
              <a:t> a senior employee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C7379E7-6C99-851D-3371-39084C7C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/>
              <a:t>Code review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4766F9E-3EB2-1634-AFDA-E839E258A5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1253" r="2683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1632127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F634-4AFC-B9A1-8071-433E7A38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23E7D-65B7-E25F-DBDE-B6F91AA93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238" y="-21771"/>
            <a:ext cx="11241523" cy="792479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B718115-56CE-30FF-8E3F-3565E2CA13B1}"/>
              </a:ext>
            </a:extLst>
          </p:cNvPr>
          <p:cNvCxnSpPr>
            <a:cxnSpLocks/>
          </p:cNvCxnSpPr>
          <p:nvPr/>
        </p:nvCxnSpPr>
        <p:spPr>
          <a:xfrm flipH="1">
            <a:off x="5087257" y="2968172"/>
            <a:ext cx="856342" cy="1161143"/>
          </a:xfrm>
          <a:prstGeom prst="straightConnector1">
            <a:avLst/>
          </a:prstGeom>
          <a:ln w="76200" cap="flat" cmpd="sng" algn="ctr">
            <a:solidFill>
              <a:srgbClr val="A176D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C40B010-CAB2-7645-9BB9-F0FA9547CF46}"/>
              </a:ext>
            </a:extLst>
          </p:cNvPr>
          <p:cNvSpPr txBox="1"/>
          <p:nvPr/>
        </p:nvSpPr>
        <p:spPr>
          <a:xfrm>
            <a:off x="5053390" y="2598840"/>
            <a:ext cx="178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u="sng" dirty="0" err="1"/>
              <a:t>You’re</a:t>
            </a:r>
            <a:r>
              <a:rPr lang="nl-NL" b="1" u="sng" dirty="0"/>
              <a:t> here</a:t>
            </a:r>
            <a:endParaRPr lang="en-GB" b="1" u="sng" dirty="0"/>
          </a:p>
        </p:txBody>
      </p:sp>
    </p:spTree>
    <p:extLst>
      <p:ext uri="{BB962C8B-B14F-4D97-AF65-F5344CB8AC3E}">
        <p14:creationId xmlns:p14="http://schemas.microsoft.com/office/powerpoint/2010/main" val="3322769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6BCE-1C8A-955E-9DE7-8F2D6B92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4A9C-BA94-9E03-5560-DA76A6F8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7" y="1101175"/>
            <a:ext cx="10515600" cy="888524"/>
          </a:xfrm>
        </p:spPr>
        <p:txBody>
          <a:bodyPr/>
          <a:lstStyle/>
          <a:p>
            <a:r>
              <a:rPr lang="nl-NL" dirty="0"/>
              <a:t>Code reviews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C27CF-2D77-BC9E-B3F2-9110A77B8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7" y="1989699"/>
            <a:ext cx="10515600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At </a:t>
            </a:r>
            <a:r>
              <a:rPr lang="nl-NL" b="0" dirty="0" err="1"/>
              <a:t>the</a:t>
            </a:r>
            <a:r>
              <a:rPr lang="nl-NL" b="0" dirty="0"/>
              <a:t> end of </a:t>
            </a:r>
            <a:r>
              <a:rPr lang="nl-NL" b="0" dirty="0" err="1"/>
              <a:t>the</a:t>
            </a:r>
            <a:r>
              <a:rPr lang="nl-NL" b="0" dirty="0"/>
              <a:t> sprint, a senior </a:t>
            </a:r>
            <a:r>
              <a:rPr lang="nl-NL" b="0" dirty="0" err="1"/>
              <a:t>developer</a:t>
            </a:r>
            <a:r>
              <a:rPr lang="nl-NL" b="0" dirty="0"/>
              <a:t> (in </a:t>
            </a:r>
            <a:r>
              <a:rPr lang="nl-NL" b="0" dirty="0" err="1"/>
              <a:t>your</a:t>
            </a:r>
            <a:r>
              <a:rPr lang="nl-NL" b="0" dirty="0"/>
              <a:t> case </a:t>
            </a:r>
            <a:r>
              <a:rPr lang="nl-NL" b="0" dirty="0" err="1"/>
              <a:t>your</a:t>
            </a:r>
            <a:r>
              <a:rPr lang="nl-NL" b="0" dirty="0"/>
              <a:t> teacher) </a:t>
            </a:r>
            <a:r>
              <a:rPr lang="nl-NL" b="0" dirty="0" err="1"/>
              <a:t>will</a:t>
            </a:r>
            <a:r>
              <a:rPr lang="nl-NL" b="0" dirty="0"/>
              <a:t> check </a:t>
            </a:r>
            <a:r>
              <a:rPr lang="nl-NL" b="0" dirty="0" err="1"/>
              <a:t>the</a:t>
            </a:r>
            <a:r>
              <a:rPr lang="nl-NL" b="0" dirty="0"/>
              <a:t> code </a:t>
            </a:r>
            <a:r>
              <a:rPr lang="nl-NL" b="0" dirty="0" err="1"/>
              <a:t>from</a:t>
            </a:r>
            <a:r>
              <a:rPr lang="nl-NL" b="0" dirty="0"/>
              <a:t> </a:t>
            </a:r>
            <a:r>
              <a:rPr lang="nl-NL" b="0" dirty="0" err="1"/>
              <a:t>your</a:t>
            </a:r>
            <a:r>
              <a:rPr lang="nl-NL" b="0" dirty="0"/>
              <a:t> </a:t>
            </a:r>
            <a:r>
              <a:rPr lang="nl-NL" b="0" dirty="0" err="1"/>
              <a:t>finished</a:t>
            </a:r>
            <a:r>
              <a:rPr lang="nl-NL" b="0" dirty="0"/>
              <a:t> </a:t>
            </a:r>
            <a:r>
              <a:rPr lang="nl-NL" b="0" dirty="0" err="1"/>
              <a:t>tasks</a:t>
            </a:r>
            <a:r>
              <a:rPr lang="nl-NL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They</a:t>
            </a:r>
            <a:r>
              <a:rPr lang="nl-NL" b="0" dirty="0"/>
              <a:t> </a:t>
            </a:r>
            <a:r>
              <a:rPr lang="nl-NL" b="0" dirty="0" err="1"/>
              <a:t>will</a:t>
            </a:r>
            <a:r>
              <a:rPr lang="nl-NL" b="0" dirty="0"/>
              <a:t> </a:t>
            </a:r>
            <a:r>
              <a:rPr lang="nl-NL" b="0" dirty="0" err="1"/>
              <a:t>give</a:t>
            </a:r>
            <a:r>
              <a:rPr lang="nl-NL" b="0" dirty="0"/>
              <a:t> feedback, </a:t>
            </a:r>
            <a:r>
              <a:rPr lang="nl-NL" b="0" dirty="0" err="1"/>
              <a:t>with</a:t>
            </a:r>
            <a:r>
              <a:rPr lang="nl-NL" b="0" dirty="0"/>
              <a:t> </a:t>
            </a:r>
            <a:r>
              <a:rPr lang="nl-NL" b="0" dirty="0" err="1"/>
              <a:t>which</a:t>
            </a:r>
            <a:r>
              <a:rPr lang="nl-NL" b="0" dirty="0"/>
              <a:t> </a:t>
            </a:r>
            <a:r>
              <a:rPr lang="nl-NL" b="0" dirty="0" err="1"/>
              <a:t>you</a:t>
            </a:r>
            <a:r>
              <a:rPr lang="nl-NL" b="0" dirty="0"/>
              <a:t> </a:t>
            </a:r>
            <a:r>
              <a:rPr lang="nl-NL" b="0" dirty="0" err="1"/>
              <a:t>will</a:t>
            </a:r>
            <a:r>
              <a:rPr lang="nl-NL" b="0" dirty="0"/>
              <a:t> </a:t>
            </a:r>
            <a:r>
              <a:rPr lang="nl-NL" b="0" dirty="0" err="1"/>
              <a:t>create</a:t>
            </a:r>
            <a:r>
              <a:rPr lang="nl-NL" b="0" dirty="0"/>
              <a:t> new </a:t>
            </a:r>
            <a:r>
              <a:rPr lang="nl-NL" b="0" dirty="0" err="1"/>
              <a:t>tasks</a:t>
            </a:r>
            <a:r>
              <a:rPr lang="nl-NL" b="0" dirty="0"/>
              <a:t> </a:t>
            </a:r>
            <a:r>
              <a:rPr lang="nl-NL" b="0" dirty="0" err="1"/>
              <a:t>based</a:t>
            </a:r>
            <a:r>
              <a:rPr lang="nl-NL" b="0" dirty="0"/>
              <a:t> on </a:t>
            </a:r>
            <a:r>
              <a:rPr lang="nl-NL" b="0" dirty="0" err="1"/>
              <a:t>that</a:t>
            </a:r>
            <a:r>
              <a:rPr lang="nl-NL" b="0" dirty="0"/>
              <a:t> feedback.</a:t>
            </a:r>
          </a:p>
          <a:p>
            <a:endParaRPr lang="nl-NL" b="0" dirty="0"/>
          </a:p>
        </p:txBody>
      </p:sp>
    </p:spTree>
    <p:extLst>
      <p:ext uri="{BB962C8B-B14F-4D97-AF65-F5344CB8AC3E}">
        <p14:creationId xmlns:p14="http://schemas.microsoft.com/office/powerpoint/2010/main" val="6493958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52317-7D2B-73A5-4E33-F46E3500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47F60C4-3895-906B-383B-3C132861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 err="1"/>
              <a:t>Questions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E0975-08C4-308D-DE04-428B435C38DA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Picture Placeholder 19" descr="A sign with white letters&#10;&#10;AI-generated content may be incorrect.">
            <a:extLst>
              <a:ext uri="{FF2B5EF4-FFF2-40B4-BE49-F238E27FC236}">
                <a16:creationId xmlns:a16="http://schemas.microsoft.com/office/drawing/2014/main" id="{7B829334-E712-B807-22CB-6A36500439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102" t="21871" r="21969" b="37314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482686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2001A-17F0-A124-0B37-E8878BD4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F20A042-87A6-CC68-1918-6FDFA91B7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630" y="3850641"/>
            <a:ext cx="5748050" cy="1486060"/>
          </a:xfrm>
        </p:spPr>
        <p:txBody>
          <a:bodyPr/>
          <a:lstStyle/>
          <a:p>
            <a:r>
              <a:rPr lang="nl-NL" sz="4800" b="1" dirty="0"/>
              <a:t>Agile project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A61C3CD6-EB84-B619-B3D9-87CCD667B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2630" y="5472432"/>
            <a:ext cx="5748050" cy="322369"/>
          </a:xfrm>
        </p:spPr>
        <p:txBody>
          <a:bodyPr>
            <a:normAutofit fontScale="85000" lnSpcReduction="20000"/>
          </a:bodyPr>
          <a:lstStyle/>
          <a:p>
            <a:r>
              <a:rPr lang="nl-NL" dirty="0" err="1"/>
              <a:t>Lesson</a:t>
            </a:r>
            <a:r>
              <a:rPr lang="nl-NL" dirty="0"/>
              <a:t> 6 – Reviews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Retrospectives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0142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E665-51B5-C1A2-115F-CD50CC52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C2B7853F-CFC1-3644-50F0-C37995CC46B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3735" y="2353867"/>
            <a:ext cx="3525860" cy="2603897"/>
          </a:xfrm>
        </p:spPr>
        <p:txBody>
          <a:bodyPr/>
          <a:lstStyle/>
          <a:p>
            <a:pPr marL="0" lvl="1" indent="0">
              <a:buNone/>
            </a:pPr>
            <a:r>
              <a:rPr lang="nl-NL" dirty="0">
                <a:solidFill>
                  <a:schemeClr val="accent1"/>
                </a:solidFill>
              </a:rPr>
              <a:t>Meeting </a:t>
            </a:r>
            <a:r>
              <a:rPr lang="nl-NL" dirty="0" err="1">
                <a:solidFill>
                  <a:schemeClr val="accent1"/>
                </a:solidFill>
              </a:rPr>
              <a:t>with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client </a:t>
            </a:r>
            <a:r>
              <a:rPr lang="nl-NL" dirty="0" err="1">
                <a:solidFill>
                  <a:schemeClr val="accent1"/>
                </a:solidFill>
              </a:rPr>
              <a:t>about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process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and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further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plans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CB8814-506D-3923-3D55-B9C1652B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/>
              <a:t>Review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70AD44F-8C6C-E0A7-76E3-29FFEDC9E2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1253" r="2683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3905937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0ADB-DCDA-2EC2-3898-17BACED1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BDA079-6D7C-A5EE-E483-AF28535F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242" y="0"/>
            <a:ext cx="11229514" cy="7916332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C45B4AD-E339-4FC2-BFF8-3D1E39BD5A11}"/>
              </a:ext>
            </a:extLst>
          </p:cNvPr>
          <p:cNvCxnSpPr>
            <a:cxnSpLocks/>
          </p:cNvCxnSpPr>
          <p:nvPr/>
        </p:nvCxnSpPr>
        <p:spPr>
          <a:xfrm flipH="1">
            <a:off x="5762171" y="2989160"/>
            <a:ext cx="333828" cy="1132897"/>
          </a:xfrm>
          <a:prstGeom prst="straightConnector1">
            <a:avLst/>
          </a:prstGeom>
          <a:ln w="76200" cap="flat" cmpd="sng" algn="ctr">
            <a:solidFill>
              <a:srgbClr val="A176D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A6A7AD6-3539-7163-F004-704169733A89}"/>
              </a:ext>
            </a:extLst>
          </p:cNvPr>
          <p:cNvSpPr txBox="1"/>
          <p:nvPr/>
        </p:nvSpPr>
        <p:spPr>
          <a:xfrm>
            <a:off x="5205790" y="2619828"/>
            <a:ext cx="178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u="sng" dirty="0" err="1"/>
              <a:t>You’re</a:t>
            </a:r>
            <a:r>
              <a:rPr lang="nl-NL" b="1" u="sng" dirty="0"/>
              <a:t> here</a:t>
            </a:r>
            <a:endParaRPr lang="en-GB" b="1" u="sng" dirty="0"/>
          </a:p>
        </p:txBody>
      </p:sp>
    </p:spTree>
    <p:extLst>
      <p:ext uri="{BB962C8B-B14F-4D97-AF65-F5344CB8AC3E}">
        <p14:creationId xmlns:p14="http://schemas.microsoft.com/office/powerpoint/2010/main" val="4152862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1C730-A961-F803-148F-3EAD9ABD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34AB-271B-74E3-8E5B-BE8338D8E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7" y="1101175"/>
            <a:ext cx="10515600" cy="888524"/>
          </a:xfrm>
        </p:spPr>
        <p:txBody>
          <a:bodyPr/>
          <a:lstStyle/>
          <a:p>
            <a:r>
              <a:rPr lang="nl-NL" dirty="0"/>
              <a:t>Sprint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5814-AEF7-CB31-4521-22E595696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7" y="1989699"/>
            <a:ext cx="10515600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At </a:t>
            </a:r>
            <a:r>
              <a:rPr lang="nl-NL" b="0" dirty="0" err="1"/>
              <a:t>the</a:t>
            </a:r>
            <a:r>
              <a:rPr lang="nl-NL" b="0" dirty="0"/>
              <a:t> end of </a:t>
            </a:r>
            <a:r>
              <a:rPr lang="nl-NL" b="0" dirty="0" err="1"/>
              <a:t>the</a:t>
            </a:r>
            <a:r>
              <a:rPr lang="nl-NL" b="0" dirty="0"/>
              <a:t> sprint, </a:t>
            </a:r>
            <a:r>
              <a:rPr lang="nl-NL" b="0" dirty="0" err="1"/>
              <a:t>you</a:t>
            </a:r>
            <a:r>
              <a:rPr lang="nl-NL" b="0" dirty="0"/>
              <a:t> </a:t>
            </a:r>
            <a:r>
              <a:rPr lang="nl-NL" b="0" dirty="0" err="1"/>
              <a:t>will</a:t>
            </a:r>
            <a:r>
              <a:rPr lang="nl-NL" b="0" dirty="0"/>
              <a:t> </a:t>
            </a:r>
            <a:r>
              <a:rPr lang="nl-NL" b="0" dirty="0" err="1"/>
              <a:t>sit</a:t>
            </a:r>
            <a:r>
              <a:rPr lang="nl-NL" b="0" dirty="0"/>
              <a:t> </a:t>
            </a:r>
            <a:r>
              <a:rPr lang="nl-NL" b="0" dirty="0" err="1"/>
              <a:t>together</a:t>
            </a:r>
            <a:r>
              <a:rPr lang="nl-NL" b="0" dirty="0"/>
              <a:t> </a:t>
            </a:r>
            <a:r>
              <a:rPr lang="nl-NL" b="0" dirty="0" err="1"/>
              <a:t>with</a:t>
            </a:r>
            <a:r>
              <a:rPr lang="nl-NL" b="0" dirty="0"/>
              <a:t> </a:t>
            </a:r>
            <a:r>
              <a:rPr lang="nl-NL" b="0" dirty="0" err="1"/>
              <a:t>your</a:t>
            </a:r>
            <a:r>
              <a:rPr lang="nl-NL" b="0" dirty="0"/>
              <a:t> client (</a:t>
            </a:r>
            <a:r>
              <a:rPr lang="nl-NL" b="0" dirty="0" err="1"/>
              <a:t>also</a:t>
            </a:r>
            <a:r>
              <a:rPr lang="nl-NL" b="0" dirty="0"/>
              <a:t> in </a:t>
            </a:r>
            <a:r>
              <a:rPr lang="nl-NL" b="0" dirty="0" err="1"/>
              <a:t>this</a:t>
            </a:r>
            <a:r>
              <a:rPr lang="nl-NL" b="0" dirty="0"/>
              <a:t> case </a:t>
            </a:r>
            <a:r>
              <a:rPr lang="nl-NL" b="0" dirty="0" err="1"/>
              <a:t>your</a:t>
            </a:r>
            <a:r>
              <a:rPr lang="nl-NL" b="0" dirty="0"/>
              <a:t> teacher) </a:t>
            </a:r>
            <a:r>
              <a:rPr lang="nl-NL" b="0" dirty="0" err="1"/>
              <a:t>to</a:t>
            </a:r>
            <a:r>
              <a:rPr lang="nl-NL" b="0" dirty="0"/>
              <a:t> show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current</a:t>
            </a:r>
            <a:r>
              <a:rPr lang="nl-NL" b="0" dirty="0"/>
              <a:t> state of </a:t>
            </a:r>
            <a:r>
              <a:rPr lang="nl-NL" b="0" dirty="0" err="1"/>
              <a:t>the</a:t>
            </a:r>
            <a:r>
              <a:rPr lang="nl-NL" b="0" dirty="0"/>
              <a:t>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They</a:t>
            </a:r>
            <a:r>
              <a:rPr lang="nl-NL" b="0" dirty="0"/>
              <a:t> </a:t>
            </a:r>
            <a:r>
              <a:rPr lang="nl-NL" b="0" dirty="0" err="1"/>
              <a:t>will</a:t>
            </a:r>
            <a:r>
              <a:rPr lang="nl-NL" b="0" dirty="0"/>
              <a:t> </a:t>
            </a:r>
            <a:r>
              <a:rPr lang="nl-NL" b="0" dirty="0" err="1"/>
              <a:t>give</a:t>
            </a:r>
            <a:r>
              <a:rPr lang="nl-NL" b="0" dirty="0"/>
              <a:t> feedback </a:t>
            </a:r>
            <a:r>
              <a:rPr lang="nl-NL" b="0" dirty="0" err="1"/>
              <a:t>based</a:t>
            </a:r>
            <a:r>
              <a:rPr lang="nl-NL" b="0" dirty="0"/>
              <a:t> on </a:t>
            </a:r>
            <a:r>
              <a:rPr lang="nl-NL" b="0" dirty="0" err="1"/>
              <a:t>what</a:t>
            </a:r>
            <a:r>
              <a:rPr lang="nl-NL" b="0" dirty="0"/>
              <a:t> </a:t>
            </a:r>
            <a:r>
              <a:rPr lang="nl-NL" b="0" dirty="0" err="1"/>
              <a:t>their</a:t>
            </a:r>
            <a:r>
              <a:rPr lang="nl-NL" b="0" dirty="0"/>
              <a:t> </a:t>
            </a:r>
            <a:r>
              <a:rPr lang="nl-NL" b="0" dirty="0" err="1"/>
              <a:t>expectations</a:t>
            </a:r>
            <a:r>
              <a:rPr lang="nl-NL" b="0" dirty="0"/>
              <a:t> are/</a:t>
            </a:r>
            <a:r>
              <a:rPr lang="nl-NL" b="0" dirty="0" err="1"/>
              <a:t>were</a:t>
            </a:r>
            <a:endParaRPr lang="nl-N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You’ll</a:t>
            </a:r>
            <a:r>
              <a:rPr lang="nl-NL" b="0" dirty="0"/>
              <a:t> </a:t>
            </a:r>
            <a:r>
              <a:rPr lang="nl-NL" b="0" dirty="0" err="1"/>
              <a:t>discuss</a:t>
            </a:r>
            <a:r>
              <a:rPr lang="nl-NL" b="0" dirty="0"/>
              <a:t> </a:t>
            </a:r>
            <a:r>
              <a:rPr lang="nl-NL" b="0" dirty="0" err="1"/>
              <a:t>what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next steps are, </a:t>
            </a:r>
            <a:r>
              <a:rPr lang="nl-NL" b="0" dirty="0" err="1"/>
              <a:t>where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priorities</a:t>
            </a:r>
            <a:r>
              <a:rPr lang="nl-NL" b="0" dirty="0"/>
              <a:t> </a:t>
            </a:r>
            <a:r>
              <a:rPr lang="nl-NL" b="0" dirty="0" err="1"/>
              <a:t>lie</a:t>
            </a:r>
            <a:r>
              <a:rPr lang="nl-NL" b="0" dirty="0"/>
              <a:t>, </a:t>
            </a:r>
            <a:r>
              <a:rPr lang="nl-NL" b="0" dirty="0" err="1"/>
              <a:t>and</a:t>
            </a:r>
            <a:r>
              <a:rPr lang="nl-NL" b="0" dirty="0"/>
              <a:t> </a:t>
            </a:r>
            <a:r>
              <a:rPr lang="nl-NL" b="0" dirty="0" err="1"/>
              <a:t>if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scope of </a:t>
            </a:r>
            <a:r>
              <a:rPr lang="nl-NL" b="0" dirty="0" err="1"/>
              <a:t>the</a:t>
            </a:r>
            <a:r>
              <a:rPr lang="nl-NL" b="0" dirty="0"/>
              <a:t> project </a:t>
            </a:r>
            <a:r>
              <a:rPr lang="nl-NL" b="0" dirty="0" err="1"/>
              <a:t>needs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be</a:t>
            </a:r>
            <a:r>
              <a:rPr lang="nl-NL" b="0" dirty="0"/>
              <a:t> </a:t>
            </a:r>
            <a:r>
              <a:rPr lang="nl-NL" b="0" dirty="0" err="1"/>
              <a:t>changed</a:t>
            </a:r>
            <a:r>
              <a:rPr lang="nl-NL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3540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38DFE-A1FC-8329-AB1C-1288C2AC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07382E20-ABF9-3633-3356-C09A251DA5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3735" y="2353867"/>
            <a:ext cx="3525860" cy="2603897"/>
          </a:xfrm>
        </p:spPr>
        <p:txBody>
          <a:bodyPr/>
          <a:lstStyle/>
          <a:p>
            <a:pPr marL="0" lvl="1" indent="0">
              <a:buNone/>
            </a:pPr>
            <a:r>
              <a:rPr lang="nl-NL" dirty="0" err="1">
                <a:solidFill>
                  <a:schemeClr val="accent1"/>
                </a:solidFill>
              </a:rPr>
              <a:t>Discussing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how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team is </a:t>
            </a:r>
            <a:r>
              <a:rPr lang="nl-NL" dirty="0" err="1">
                <a:solidFill>
                  <a:schemeClr val="accent1"/>
                </a:solidFill>
              </a:rPr>
              <a:t>doing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0884FD0-E461-A624-D56A-757EDBA2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/>
              <a:t>Retrospective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75D0F1E-47A9-AF9C-85FA-2DB93D2C64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1253" r="2683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25543196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72E1A-C292-7AD4-5A5D-D67ECEEB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7ED21-53E6-1998-6FA4-F84249A147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1674" y="0"/>
            <a:ext cx="11248651" cy="792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10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70A5-5C73-A788-EA41-AF672B77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05C8-7E7E-014B-5CD2-5527DEACB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7" y="1101175"/>
            <a:ext cx="10515600" cy="888524"/>
          </a:xfrm>
        </p:spPr>
        <p:txBody>
          <a:bodyPr/>
          <a:lstStyle/>
          <a:p>
            <a:r>
              <a:rPr lang="nl-NL" dirty="0"/>
              <a:t>Retrospective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6B643-FF77-D1A7-6962-F3C8909D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7" y="1989699"/>
            <a:ext cx="10515600" cy="47329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/>
              <a:t>At </a:t>
            </a:r>
            <a:r>
              <a:rPr lang="nl-NL" b="0" dirty="0" err="1"/>
              <a:t>the</a:t>
            </a:r>
            <a:r>
              <a:rPr lang="nl-NL" b="0" dirty="0"/>
              <a:t> end of </a:t>
            </a:r>
            <a:r>
              <a:rPr lang="nl-NL" b="0" dirty="0" err="1"/>
              <a:t>the</a:t>
            </a:r>
            <a:r>
              <a:rPr lang="nl-NL" b="0" dirty="0"/>
              <a:t> sprint, </a:t>
            </a:r>
            <a:r>
              <a:rPr lang="nl-NL" b="0" dirty="0" err="1"/>
              <a:t>you</a:t>
            </a:r>
            <a:r>
              <a:rPr lang="nl-NL" b="0" dirty="0"/>
              <a:t> </a:t>
            </a:r>
            <a:r>
              <a:rPr lang="nl-NL" b="0" dirty="0" err="1"/>
              <a:t>will</a:t>
            </a:r>
            <a:r>
              <a:rPr lang="nl-NL" b="0" dirty="0"/>
              <a:t> </a:t>
            </a:r>
            <a:r>
              <a:rPr lang="nl-NL" b="0" dirty="0" err="1"/>
              <a:t>sit</a:t>
            </a:r>
            <a:r>
              <a:rPr lang="nl-NL" b="0" dirty="0"/>
              <a:t> </a:t>
            </a:r>
            <a:r>
              <a:rPr lang="nl-NL" b="0" dirty="0" err="1"/>
              <a:t>together</a:t>
            </a:r>
            <a:r>
              <a:rPr lang="nl-NL" b="0" dirty="0"/>
              <a:t> </a:t>
            </a:r>
            <a:r>
              <a:rPr lang="nl-NL" b="0" dirty="0" err="1"/>
              <a:t>with</a:t>
            </a:r>
            <a:r>
              <a:rPr lang="nl-NL" b="0" dirty="0"/>
              <a:t> </a:t>
            </a:r>
            <a:r>
              <a:rPr lang="nl-NL" b="0" dirty="0" err="1"/>
              <a:t>your</a:t>
            </a:r>
            <a:r>
              <a:rPr lang="nl-NL" b="0" dirty="0"/>
              <a:t> team </a:t>
            </a:r>
            <a:r>
              <a:rPr lang="nl-NL" b="0" dirty="0" err="1"/>
              <a:t>and</a:t>
            </a:r>
            <a:r>
              <a:rPr lang="nl-NL" b="0" dirty="0"/>
              <a:t> a senior (</a:t>
            </a:r>
            <a:r>
              <a:rPr lang="nl-NL" b="0" dirty="0" err="1"/>
              <a:t>also</a:t>
            </a:r>
            <a:r>
              <a:rPr lang="nl-NL" b="0" dirty="0"/>
              <a:t> </a:t>
            </a:r>
            <a:r>
              <a:rPr lang="nl-NL" b="0" dirty="0" err="1"/>
              <a:t>the</a:t>
            </a:r>
            <a:r>
              <a:rPr lang="nl-NL" b="0" dirty="0"/>
              <a:t> teacher)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discuss</a:t>
            </a:r>
            <a:r>
              <a:rPr lang="nl-NL" b="0" dirty="0"/>
              <a:t> </a:t>
            </a:r>
            <a:r>
              <a:rPr lang="nl-NL" b="0" dirty="0" err="1"/>
              <a:t>how</a:t>
            </a:r>
            <a:r>
              <a:rPr lang="nl-NL" b="0" dirty="0"/>
              <a:t> well </a:t>
            </a:r>
            <a:r>
              <a:rPr lang="nl-NL" b="0" dirty="0" err="1"/>
              <a:t>you</a:t>
            </a:r>
            <a:r>
              <a:rPr lang="nl-NL" b="0" dirty="0"/>
              <a:t> as a team </a:t>
            </a:r>
            <a:r>
              <a:rPr lang="nl-NL" b="0" dirty="0" err="1"/>
              <a:t>worked</a:t>
            </a:r>
            <a:r>
              <a:rPr lang="nl-NL" b="0" dirty="0"/>
              <a:t> </a:t>
            </a:r>
            <a:r>
              <a:rPr lang="nl-NL" b="0" dirty="0" err="1"/>
              <a:t>this</a:t>
            </a:r>
            <a:r>
              <a:rPr lang="nl-NL" b="0" dirty="0"/>
              <a:t>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You’ll</a:t>
            </a:r>
            <a:r>
              <a:rPr lang="nl-NL" b="0" dirty="0"/>
              <a:t> </a:t>
            </a:r>
            <a:r>
              <a:rPr lang="nl-NL" b="0" dirty="0" err="1"/>
              <a:t>pick</a:t>
            </a:r>
            <a:r>
              <a:rPr lang="nl-NL" b="0" dirty="0"/>
              <a:t> out points </a:t>
            </a:r>
            <a:r>
              <a:rPr lang="nl-NL" b="0" dirty="0" err="1"/>
              <a:t>which</a:t>
            </a:r>
            <a:r>
              <a:rPr lang="nl-NL" b="0" dirty="0"/>
              <a:t> went well </a:t>
            </a:r>
            <a:r>
              <a:rPr lang="nl-NL" b="0" dirty="0" err="1"/>
              <a:t>and</a:t>
            </a:r>
            <a:r>
              <a:rPr lang="nl-NL" b="0" dirty="0"/>
              <a:t> </a:t>
            </a:r>
            <a:r>
              <a:rPr lang="nl-NL" b="0" dirty="0" err="1"/>
              <a:t>discuss</a:t>
            </a:r>
            <a:r>
              <a:rPr lang="nl-NL" b="0" dirty="0"/>
              <a:t> </a:t>
            </a:r>
            <a:r>
              <a:rPr lang="nl-NL" b="0" dirty="0" err="1"/>
              <a:t>how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keep </a:t>
            </a:r>
            <a:r>
              <a:rPr lang="nl-NL" b="0" dirty="0" err="1"/>
              <a:t>this</a:t>
            </a:r>
            <a:r>
              <a:rPr lang="nl-NL" b="0" dirty="0"/>
              <a:t> </a:t>
            </a:r>
            <a:r>
              <a:rPr lang="nl-NL" b="0" dirty="0" err="1"/>
              <a:t>going</a:t>
            </a:r>
            <a:r>
              <a:rPr lang="nl-NL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 err="1"/>
              <a:t>You’ll</a:t>
            </a:r>
            <a:r>
              <a:rPr lang="nl-NL" b="0" dirty="0"/>
              <a:t> </a:t>
            </a:r>
            <a:r>
              <a:rPr lang="nl-NL" b="0" dirty="0" err="1"/>
              <a:t>also</a:t>
            </a:r>
            <a:r>
              <a:rPr lang="nl-NL" b="0" dirty="0"/>
              <a:t> </a:t>
            </a:r>
            <a:r>
              <a:rPr lang="nl-NL" b="0" dirty="0" err="1"/>
              <a:t>pick</a:t>
            </a:r>
            <a:r>
              <a:rPr lang="nl-NL" b="0" dirty="0"/>
              <a:t> out points </a:t>
            </a:r>
            <a:r>
              <a:rPr lang="nl-NL" b="0" dirty="0" err="1"/>
              <a:t>which</a:t>
            </a:r>
            <a:r>
              <a:rPr lang="nl-NL" b="0" dirty="0"/>
              <a:t> </a:t>
            </a:r>
            <a:r>
              <a:rPr lang="nl-NL" b="0" dirty="0" err="1"/>
              <a:t>could’ve</a:t>
            </a:r>
            <a:r>
              <a:rPr lang="nl-NL" b="0" dirty="0"/>
              <a:t> </a:t>
            </a:r>
            <a:r>
              <a:rPr lang="nl-NL" b="0" dirty="0" err="1"/>
              <a:t>gone</a:t>
            </a:r>
            <a:r>
              <a:rPr lang="nl-NL" b="0" dirty="0"/>
              <a:t> </a:t>
            </a:r>
            <a:r>
              <a:rPr lang="nl-NL" b="0" dirty="0" err="1"/>
              <a:t>better</a:t>
            </a:r>
            <a:r>
              <a:rPr lang="nl-NL" b="0" dirty="0"/>
              <a:t> </a:t>
            </a:r>
            <a:r>
              <a:rPr lang="nl-NL" b="0" dirty="0" err="1"/>
              <a:t>and</a:t>
            </a:r>
            <a:r>
              <a:rPr lang="nl-NL" b="0" dirty="0"/>
              <a:t> </a:t>
            </a:r>
            <a:r>
              <a:rPr lang="nl-NL" b="0" dirty="0" err="1"/>
              <a:t>how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avoid</a:t>
            </a:r>
            <a:r>
              <a:rPr lang="nl-NL" b="0" dirty="0"/>
              <a:t> </a:t>
            </a:r>
            <a:r>
              <a:rPr lang="nl-NL" b="0" dirty="0" err="1"/>
              <a:t>this</a:t>
            </a:r>
            <a:r>
              <a:rPr lang="nl-NL" b="0" dirty="0"/>
              <a:t> in </a:t>
            </a:r>
            <a:r>
              <a:rPr lang="nl-NL" b="0" dirty="0" err="1"/>
              <a:t>the</a:t>
            </a:r>
            <a:r>
              <a:rPr lang="nl-NL" b="0" dirty="0"/>
              <a:t> </a:t>
            </a:r>
            <a:r>
              <a:rPr lang="nl-NL" b="0" dirty="0" err="1"/>
              <a:t>future</a:t>
            </a:r>
            <a:r>
              <a:rPr lang="nl-NL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648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337F0-1318-A540-4AF9-1B185135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DE7D001-2837-F8C7-BDB6-D2D3A2D30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561" y="1564888"/>
            <a:ext cx="3526034" cy="666393"/>
          </a:xfrm>
        </p:spPr>
        <p:txBody>
          <a:bodyPr/>
          <a:lstStyle/>
          <a:p>
            <a:r>
              <a:rPr lang="nl-NL" dirty="0" err="1"/>
              <a:t>Questions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C26D2-9B34-35CF-4502-567B0C453061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Picture Placeholder 19" descr="A sign with white letters&#10;&#10;AI-generated content may be incorrect.">
            <a:extLst>
              <a:ext uri="{FF2B5EF4-FFF2-40B4-BE49-F238E27FC236}">
                <a16:creationId xmlns:a16="http://schemas.microsoft.com/office/drawing/2014/main" id="{02E069B1-F3D8-10CA-53B9-22FAC135888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102" t="21871" r="21969" b="37314"/>
          <a:stretch>
            <a:fillRect/>
          </a:stretch>
        </p:blipFill>
        <p:spPr>
          <a:xfrm>
            <a:off x="6102350" y="0"/>
            <a:ext cx="6089650" cy="6145213"/>
          </a:xfrm>
        </p:spPr>
      </p:pic>
    </p:spTree>
    <p:extLst>
      <p:ext uri="{BB962C8B-B14F-4D97-AF65-F5344CB8AC3E}">
        <p14:creationId xmlns:p14="http://schemas.microsoft.com/office/powerpoint/2010/main" val="718293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9F3F-E3D6-A221-457A-45079C02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55E4B5-EEEE-6570-069B-19C233A6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2435" y="504372"/>
            <a:ext cx="5147129" cy="514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6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CA7974-2FF2-F808-6B5E-D6B82A37D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2143" y="2256516"/>
            <a:ext cx="4527664" cy="1981413"/>
          </a:xfrm>
        </p:spPr>
        <p:txBody>
          <a:bodyPr/>
          <a:lstStyle/>
          <a:p>
            <a:r>
              <a:rPr lang="nl-NL" b="1" dirty="0" err="1"/>
              <a:t>Thanks</a:t>
            </a:r>
            <a:r>
              <a:rPr lang="nl-NL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01695579"/>
      </p:ext>
    </p:extLst>
  </p:cSld>
  <p:clrMapOvr>
    <a:masterClrMapping/>
  </p:clrMapOvr>
</p:sld>
</file>

<file path=ppt/theme/theme1.xml><?xml version="1.0" encoding="utf-8"?>
<a:theme xmlns:a="http://schemas.openxmlformats.org/drawingml/2006/main" name="Sint Lucas">
  <a:themeElements>
    <a:clrScheme name="Sint Luca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6600"/>
      </a:accent1>
      <a:accent2>
        <a:srgbClr val="A176D3"/>
      </a:accent2>
      <a:accent3>
        <a:srgbClr val="F1F1F1"/>
      </a:accent3>
      <a:accent4>
        <a:srgbClr val="FFFFFF"/>
      </a:accent4>
      <a:accent5>
        <a:srgbClr val="FF6600"/>
      </a:accent5>
      <a:accent6>
        <a:srgbClr val="A176D3"/>
      </a:accent6>
      <a:hlink>
        <a:srgbClr val="FF6600"/>
      </a:hlink>
      <a:folHlink>
        <a:srgbClr val="FF66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intLucas sjabloon PowerPoint" id="{B3B9C196-C259-4FEB-9D95-180D47BE4EC2}" vid="{3FD2FD8D-304D-4DD0-B48F-327FF77EC9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05C0CDFAC0E74C8F39B1DBB943B89A" ma:contentTypeVersion="15" ma:contentTypeDescription="Create a new document." ma:contentTypeScope="" ma:versionID="efbf7fa96e06da023f35f5b7570496af">
  <xsd:schema xmlns:xsd="http://www.w3.org/2001/XMLSchema" xmlns:xs="http://www.w3.org/2001/XMLSchema" xmlns:p="http://schemas.microsoft.com/office/2006/metadata/properties" xmlns:ns2="c13afa5f-109a-4080-8493-1d0b50bbdea9" xmlns:ns3="3b206329-2148-432c-8534-8095e5e2a2d2" targetNamespace="http://schemas.microsoft.com/office/2006/metadata/properties" ma:root="true" ma:fieldsID="0a46add5e597e98d7811947b64dc2d97" ns2:_="" ns3:_="">
    <xsd:import namespace="c13afa5f-109a-4080-8493-1d0b50bbdea9"/>
    <xsd:import namespace="3b206329-2148-432c-8534-8095e5e2a2d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3afa5f-109a-4080-8493-1d0b50bbdea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b5a2817-bd2e-41a4-86b5-d7f162857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06329-2148-432c-8534-8095e5e2a2d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77c314d-a942-4a65-b3c4-51b1eea34f63}" ma:internalName="TaxCatchAll" ma:showField="CatchAllData" ma:web="3b206329-2148-432c-8534-8095e5e2a2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3afa5f-109a-4080-8493-1d0b50bbdea9">
      <Terms xmlns="http://schemas.microsoft.com/office/infopath/2007/PartnerControls"/>
    </lcf76f155ced4ddcb4097134ff3c332f>
    <TaxCatchAll xmlns="3b206329-2148-432c-8534-8095e5e2a2d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FB75D0-C646-4296-84DE-70C2D5A986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3afa5f-109a-4080-8493-1d0b50bbdea9"/>
    <ds:schemaRef ds:uri="3b206329-2148-432c-8534-8095e5e2a2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E27E6C-41D3-428E-BD2A-F88DC2B51ACF}">
  <ds:schemaRefs>
    <ds:schemaRef ds:uri="c13afa5f-109a-4080-8493-1d0b50bbdea9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3b206329-2148-432c-8534-8095e5e2a2d2"/>
    <ds:schemaRef ds:uri="http://purl.org/dc/dcmitype/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2245133-CD10-4887-B6F9-65D196A764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SintLucas sjabloon PowerPoint</Template>
  <TotalTime>5196</TotalTime>
  <Words>1100</Words>
  <Application>Microsoft Office PowerPoint</Application>
  <PresentationFormat>Widescreen</PresentationFormat>
  <Paragraphs>164</Paragraphs>
  <Slides>41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Arial</vt:lpstr>
      <vt:lpstr>Calibri</vt:lpstr>
      <vt:lpstr>Sint Lucas</vt:lpstr>
      <vt:lpstr>Agile project</vt:lpstr>
      <vt:lpstr>PowerPoint Presentation</vt:lpstr>
      <vt:lpstr>PowerPoint Presentation</vt:lpstr>
      <vt:lpstr>Sprints</vt:lpstr>
      <vt:lpstr>PowerPoint Presentation</vt:lpstr>
      <vt:lpstr>PowerPoint Presentation</vt:lpstr>
      <vt:lpstr>PowerPoint Presentation</vt:lpstr>
      <vt:lpstr>Planboard</vt:lpstr>
      <vt:lpstr>PowerPoint Presentation</vt:lpstr>
      <vt:lpstr>User stories</vt:lpstr>
      <vt:lpstr>PowerPoint Presentation</vt:lpstr>
      <vt:lpstr>Assignment</vt:lpstr>
      <vt:lpstr>Assignment</vt:lpstr>
      <vt:lpstr>Questions?</vt:lpstr>
      <vt:lpstr>Agile project</vt:lpstr>
      <vt:lpstr>Weekly sprint planning</vt:lpstr>
      <vt:lpstr>PowerPoint Presentation</vt:lpstr>
      <vt:lpstr>To do’s</vt:lpstr>
      <vt:lpstr>PowerPoint Presentation</vt:lpstr>
      <vt:lpstr>Daily stand-up</vt:lpstr>
      <vt:lpstr>PowerPoint Presentation</vt:lpstr>
      <vt:lpstr>Daily stand up</vt:lpstr>
      <vt:lpstr>PowerPoint Presentation</vt:lpstr>
      <vt:lpstr>Tests</vt:lpstr>
      <vt:lpstr>PowerPoint Presentation</vt:lpstr>
      <vt:lpstr>Questions?</vt:lpstr>
      <vt:lpstr>Agile project</vt:lpstr>
      <vt:lpstr>Code review</vt:lpstr>
      <vt:lpstr>PowerPoint Presentation</vt:lpstr>
      <vt:lpstr>Code reviews</vt:lpstr>
      <vt:lpstr>Questions?</vt:lpstr>
      <vt:lpstr>Agile project</vt:lpstr>
      <vt:lpstr>Review</vt:lpstr>
      <vt:lpstr>PowerPoint Presentation</vt:lpstr>
      <vt:lpstr>Sprint review</vt:lpstr>
      <vt:lpstr>Retrospective</vt:lpstr>
      <vt:lpstr>PowerPoint Presentation</vt:lpstr>
      <vt:lpstr>Retrospective</vt:lpstr>
      <vt:lpstr>Questions?</vt:lpstr>
      <vt:lpstr>PowerPoint Presentation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Dennis van Riet</dc:creator>
  <cp:lastModifiedBy>Lars Hak</cp:lastModifiedBy>
  <cp:revision>50</cp:revision>
  <dcterms:created xsi:type="dcterms:W3CDTF">2024-05-24T13:42:16Z</dcterms:created>
  <dcterms:modified xsi:type="dcterms:W3CDTF">2026-04-20T10:24:29Z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0x010100A675F4D760E3E54981065F491F10DCBB</vt:lpwstr>
  </property>
</Properties>
</file>